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ata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6.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BB369B-BFAB-49C4-B106-07038B44E26B}"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44452472-A45C-4ED0-A712-83B1E3D69969}">
      <dgm:prSet/>
      <dgm:spPr/>
      <dgm:t>
        <a:bodyPr/>
        <a:lstStyle/>
        <a:p>
          <a:r>
            <a:rPr lang="en-US"/>
            <a:t>To minimize customer waiting time through real-time queue optimization</a:t>
          </a:r>
        </a:p>
      </dgm:t>
    </dgm:pt>
    <dgm:pt modelId="{BFA967EB-D944-4F0E-8C41-63E9316FD2E7}" type="parTrans" cxnId="{1471311D-EB43-4990-A1F5-7650AE8C45D4}">
      <dgm:prSet/>
      <dgm:spPr/>
      <dgm:t>
        <a:bodyPr/>
        <a:lstStyle/>
        <a:p>
          <a:endParaRPr lang="en-US"/>
        </a:p>
      </dgm:t>
    </dgm:pt>
    <dgm:pt modelId="{6E32EA1A-B820-4DB9-9432-B744983E25CA}" type="sibTrans" cxnId="{1471311D-EB43-4990-A1F5-7650AE8C45D4}">
      <dgm:prSet/>
      <dgm:spPr/>
      <dgm:t>
        <a:bodyPr/>
        <a:lstStyle/>
        <a:p>
          <a:endParaRPr lang="en-US"/>
        </a:p>
      </dgm:t>
    </dgm:pt>
    <dgm:pt modelId="{A09009C2-D342-4AFC-85E7-552C9C128C3A}">
      <dgm:prSet/>
      <dgm:spPr/>
      <dgm:t>
        <a:bodyPr/>
        <a:lstStyle/>
        <a:p>
          <a:r>
            <a:rPr lang="en-US"/>
            <a:t>To maximize service counter utilization by dynamic appointment allocation</a:t>
          </a:r>
        </a:p>
      </dgm:t>
    </dgm:pt>
    <dgm:pt modelId="{F2BA45E7-5F7B-4FA7-A78E-383945DF9D23}" type="parTrans" cxnId="{162FD108-1B8D-414F-9543-CE731C55AA82}">
      <dgm:prSet/>
      <dgm:spPr/>
      <dgm:t>
        <a:bodyPr/>
        <a:lstStyle/>
        <a:p>
          <a:endParaRPr lang="en-US"/>
        </a:p>
      </dgm:t>
    </dgm:pt>
    <dgm:pt modelId="{43CD5FA8-E988-433C-83A6-577D42F5E7FD}" type="sibTrans" cxnId="{162FD108-1B8D-414F-9543-CE731C55AA82}">
      <dgm:prSet/>
      <dgm:spPr/>
      <dgm:t>
        <a:bodyPr/>
        <a:lstStyle/>
        <a:p>
          <a:endParaRPr lang="en-US"/>
        </a:p>
      </dgm:t>
    </dgm:pt>
    <dgm:pt modelId="{DE69B784-B724-4C82-89A8-D04D52C35EAC}">
      <dgm:prSet/>
      <dgm:spPr/>
      <dgm:t>
        <a:bodyPr/>
        <a:lstStyle/>
        <a:p>
          <a:r>
            <a:rPr lang="en-US"/>
            <a:t>To automate queue and appointment management, eliminating manual coordination</a:t>
          </a:r>
        </a:p>
      </dgm:t>
    </dgm:pt>
    <dgm:pt modelId="{803F3E25-0A94-41EE-AB49-D99DFD9F9C3E}" type="parTrans" cxnId="{51DD935B-6DB0-4515-B4E3-F9F80C431400}">
      <dgm:prSet/>
      <dgm:spPr/>
      <dgm:t>
        <a:bodyPr/>
        <a:lstStyle/>
        <a:p>
          <a:endParaRPr lang="en-US"/>
        </a:p>
      </dgm:t>
    </dgm:pt>
    <dgm:pt modelId="{BD003113-9EE6-4233-8377-2088F87B5E86}" type="sibTrans" cxnId="{51DD935B-6DB0-4515-B4E3-F9F80C431400}">
      <dgm:prSet/>
      <dgm:spPr/>
      <dgm:t>
        <a:bodyPr/>
        <a:lstStyle/>
        <a:p>
          <a:endParaRPr lang="en-US"/>
        </a:p>
      </dgm:t>
    </dgm:pt>
    <dgm:pt modelId="{52E0C1AE-39AC-428B-A932-B4DECDAF3A87}">
      <dgm:prSet/>
      <dgm:spPr/>
      <dgm:t>
        <a:bodyPr/>
        <a:lstStyle/>
        <a:p>
          <a:r>
            <a:rPr lang="en-US"/>
            <a:t>To provide a web-based, platform-independent system for easy access</a:t>
          </a:r>
        </a:p>
      </dgm:t>
    </dgm:pt>
    <dgm:pt modelId="{7C4ADDD8-D73C-4CB8-8312-7C3C23285A9C}" type="parTrans" cxnId="{86F3DF94-F4BD-448D-BA8F-DA42A50F5E39}">
      <dgm:prSet/>
      <dgm:spPr/>
      <dgm:t>
        <a:bodyPr/>
        <a:lstStyle/>
        <a:p>
          <a:endParaRPr lang="en-US"/>
        </a:p>
      </dgm:t>
    </dgm:pt>
    <dgm:pt modelId="{AB705B75-9A8B-48D4-B6EB-2DC8AF9A0A10}" type="sibTrans" cxnId="{86F3DF94-F4BD-448D-BA8F-DA42A50F5E39}">
      <dgm:prSet/>
      <dgm:spPr/>
      <dgm:t>
        <a:bodyPr/>
        <a:lstStyle/>
        <a:p>
          <a:endParaRPr lang="en-US"/>
        </a:p>
      </dgm:t>
    </dgm:pt>
    <dgm:pt modelId="{63DF60B0-F153-4DFB-B046-47F1EB235BB9}">
      <dgm:prSet/>
      <dgm:spPr/>
      <dgm:t>
        <a:bodyPr/>
        <a:lstStyle/>
        <a:p>
          <a:r>
            <a:rPr lang="en-US"/>
            <a:t>To ensure scalability and adaptability to varying service demand</a:t>
          </a:r>
        </a:p>
      </dgm:t>
    </dgm:pt>
    <dgm:pt modelId="{EF975A4C-2536-41C6-A7B7-68C3DB439F82}" type="parTrans" cxnId="{26B284CD-CA25-4E6F-8F67-5B7E72D2A218}">
      <dgm:prSet/>
      <dgm:spPr/>
      <dgm:t>
        <a:bodyPr/>
        <a:lstStyle/>
        <a:p>
          <a:endParaRPr lang="en-US"/>
        </a:p>
      </dgm:t>
    </dgm:pt>
    <dgm:pt modelId="{54A2A55C-9032-4764-BEFE-86A374126617}" type="sibTrans" cxnId="{26B284CD-CA25-4E6F-8F67-5B7E72D2A218}">
      <dgm:prSet/>
      <dgm:spPr/>
      <dgm:t>
        <a:bodyPr/>
        <a:lstStyle/>
        <a:p>
          <a:endParaRPr lang="en-US"/>
        </a:p>
      </dgm:t>
    </dgm:pt>
    <dgm:pt modelId="{709C8470-7019-43EB-AF93-A09324B17506}">
      <dgm:prSet/>
      <dgm:spPr/>
      <dgm:t>
        <a:bodyPr/>
        <a:lstStyle/>
        <a:p>
          <a:r>
            <a:rPr lang="en-US"/>
            <a:t>To improve overall service efficiency and user satisfaction</a:t>
          </a:r>
        </a:p>
      </dgm:t>
    </dgm:pt>
    <dgm:pt modelId="{03BF5EE8-DCB7-4E4B-BFC9-BA1C79AA8DED}" type="parTrans" cxnId="{325A8DB6-5585-4CC9-A3B9-415A43321C21}">
      <dgm:prSet/>
      <dgm:spPr/>
      <dgm:t>
        <a:bodyPr/>
        <a:lstStyle/>
        <a:p>
          <a:endParaRPr lang="en-US"/>
        </a:p>
      </dgm:t>
    </dgm:pt>
    <dgm:pt modelId="{D8B05BC6-919F-4BD9-B520-DB417FAF42A8}" type="sibTrans" cxnId="{325A8DB6-5585-4CC9-A3B9-415A43321C21}">
      <dgm:prSet/>
      <dgm:spPr/>
      <dgm:t>
        <a:bodyPr/>
        <a:lstStyle/>
        <a:p>
          <a:endParaRPr lang="en-US"/>
        </a:p>
      </dgm:t>
    </dgm:pt>
    <dgm:pt modelId="{5A4775EE-EC03-4D74-AA6E-03FEEA7AC353}">
      <dgm:prSet/>
      <dgm:spPr/>
      <dgm:t>
        <a:bodyPr/>
        <a:lstStyle/>
        <a:p>
          <a:r>
            <a:rPr lang="en-US" b="0" i="0" baseline="0"/>
            <a:t>Ensure reliable and secure database storage for queue and appointment data</a:t>
          </a:r>
          <a:endParaRPr lang="en-US"/>
        </a:p>
      </dgm:t>
    </dgm:pt>
    <dgm:pt modelId="{9586D143-3B7B-48CC-A17A-078C3EA1E9C8}" type="parTrans" cxnId="{D996198C-69D3-4203-85FC-756BB528AE2D}">
      <dgm:prSet/>
      <dgm:spPr/>
      <dgm:t>
        <a:bodyPr/>
        <a:lstStyle/>
        <a:p>
          <a:endParaRPr lang="en-US"/>
        </a:p>
      </dgm:t>
    </dgm:pt>
    <dgm:pt modelId="{8E23F414-2C93-412E-BB8B-E89E14C5230D}" type="sibTrans" cxnId="{D996198C-69D3-4203-85FC-756BB528AE2D}">
      <dgm:prSet/>
      <dgm:spPr/>
      <dgm:t>
        <a:bodyPr/>
        <a:lstStyle/>
        <a:p>
          <a:endParaRPr lang="en-US"/>
        </a:p>
      </dgm:t>
    </dgm:pt>
    <dgm:pt modelId="{7B9A99FE-4D0C-48E4-BA72-31B27ABD63C1}" type="pres">
      <dgm:prSet presAssocID="{21BB369B-BFAB-49C4-B106-07038B44E26B}" presName="Name0" presStyleCnt="0">
        <dgm:presLayoutVars>
          <dgm:dir/>
          <dgm:resizeHandles val="exact"/>
        </dgm:presLayoutVars>
      </dgm:prSet>
      <dgm:spPr/>
    </dgm:pt>
    <dgm:pt modelId="{577009E2-F280-419A-A49B-14BBC892FB52}" type="pres">
      <dgm:prSet presAssocID="{44452472-A45C-4ED0-A712-83B1E3D69969}" presName="node" presStyleLbl="node1" presStyleIdx="0" presStyleCnt="7">
        <dgm:presLayoutVars>
          <dgm:bulletEnabled val="1"/>
        </dgm:presLayoutVars>
      </dgm:prSet>
      <dgm:spPr/>
    </dgm:pt>
    <dgm:pt modelId="{A4B8CB50-F554-4413-B367-DB892AD60A05}" type="pres">
      <dgm:prSet presAssocID="{6E32EA1A-B820-4DB9-9432-B744983E25CA}" presName="sibTrans" presStyleLbl="sibTrans1D1" presStyleIdx="0" presStyleCnt="6"/>
      <dgm:spPr/>
    </dgm:pt>
    <dgm:pt modelId="{95DDA0F5-4BF1-4AA4-B7C9-26127372033C}" type="pres">
      <dgm:prSet presAssocID="{6E32EA1A-B820-4DB9-9432-B744983E25CA}" presName="connectorText" presStyleLbl="sibTrans1D1" presStyleIdx="0" presStyleCnt="6"/>
      <dgm:spPr/>
    </dgm:pt>
    <dgm:pt modelId="{E6D3A6AF-EDD7-433F-8267-9516F50ACCDF}" type="pres">
      <dgm:prSet presAssocID="{A09009C2-D342-4AFC-85E7-552C9C128C3A}" presName="node" presStyleLbl="node1" presStyleIdx="1" presStyleCnt="7">
        <dgm:presLayoutVars>
          <dgm:bulletEnabled val="1"/>
        </dgm:presLayoutVars>
      </dgm:prSet>
      <dgm:spPr/>
    </dgm:pt>
    <dgm:pt modelId="{A88C2839-ABBC-42F9-A98C-DD9723F0CCFB}" type="pres">
      <dgm:prSet presAssocID="{43CD5FA8-E988-433C-83A6-577D42F5E7FD}" presName="sibTrans" presStyleLbl="sibTrans1D1" presStyleIdx="1" presStyleCnt="6"/>
      <dgm:spPr/>
    </dgm:pt>
    <dgm:pt modelId="{012E4AB9-F3EB-4155-A15E-CACD504C7ACD}" type="pres">
      <dgm:prSet presAssocID="{43CD5FA8-E988-433C-83A6-577D42F5E7FD}" presName="connectorText" presStyleLbl="sibTrans1D1" presStyleIdx="1" presStyleCnt="6"/>
      <dgm:spPr/>
    </dgm:pt>
    <dgm:pt modelId="{C2BE3C71-95AF-4242-8452-3B67D8CE67C2}" type="pres">
      <dgm:prSet presAssocID="{DE69B784-B724-4C82-89A8-D04D52C35EAC}" presName="node" presStyleLbl="node1" presStyleIdx="2" presStyleCnt="7">
        <dgm:presLayoutVars>
          <dgm:bulletEnabled val="1"/>
        </dgm:presLayoutVars>
      </dgm:prSet>
      <dgm:spPr/>
    </dgm:pt>
    <dgm:pt modelId="{463EDA9D-AA40-42CE-88C9-9785A3C2F70A}" type="pres">
      <dgm:prSet presAssocID="{BD003113-9EE6-4233-8377-2088F87B5E86}" presName="sibTrans" presStyleLbl="sibTrans1D1" presStyleIdx="2" presStyleCnt="6"/>
      <dgm:spPr/>
    </dgm:pt>
    <dgm:pt modelId="{521ED7D3-0079-4C50-A905-53F8614CC73F}" type="pres">
      <dgm:prSet presAssocID="{BD003113-9EE6-4233-8377-2088F87B5E86}" presName="connectorText" presStyleLbl="sibTrans1D1" presStyleIdx="2" presStyleCnt="6"/>
      <dgm:spPr/>
    </dgm:pt>
    <dgm:pt modelId="{8500989F-623A-413D-AF5E-42CE2F36E946}" type="pres">
      <dgm:prSet presAssocID="{52E0C1AE-39AC-428B-A932-B4DECDAF3A87}" presName="node" presStyleLbl="node1" presStyleIdx="3" presStyleCnt="7">
        <dgm:presLayoutVars>
          <dgm:bulletEnabled val="1"/>
        </dgm:presLayoutVars>
      </dgm:prSet>
      <dgm:spPr/>
    </dgm:pt>
    <dgm:pt modelId="{C1607747-6D8B-4C31-8CCE-75AC2D46C628}" type="pres">
      <dgm:prSet presAssocID="{AB705B75-9A8B-48D4-B6EB-2DC8AF9A0A10}" presName="sibTrans" presStyleLbl="sibTrans1D1" presStyleIdx="3" presStyleCnt="6"/>
      <dgm:spPr/>
    </dgm:pt>
    <dgm:pt modelId="{4B847EBE-12FD-498E-899F-102D888D3C98}" type="pres">
      <dgm:prSet presAssocID="{AB705B75-9A8B-48D4-B6EB-2DC8AF9A0A10}" presName="connectorText" presStyleLbl="sibTrans1D1" presStyleIdx="3" presStyleCnt="6"/>
      <dgm:spPr/>
    </dgm:pt>
    <dgm:pt modelId="{847994F1-6882-4258-9864-6A79B2D95694}" type="pres">
      <dgm:prSet presAssocID="{63DF60B0-F153-4DFB-B046-47F1EB235BB9}" presName="node" presStyleLbl="node1" presStyleIdx="4" presStyleCnt="7">
        <dgm:presLayoutVars>
          <dgm:bulletEnabled val="1"/>
        </dgm:presLayoutVars>
      </dgm:prSet>
      <dgm:spPr/>
    </dgm:pt>
    <dgm:pt modelId="{25D628C0-03EB-4BE8-83B3-BF16AF0786A3}" type="pres">
      <dgm:prSet presAssocID="{54A2A55C-9032-4764-BEFE-86A374126617}" presName="sibTrans" presStyleLbl="sibTrans1D1" presStyleIdx="4" presStyleCnt="6"/>
      <dgm:spPr/>
    </dgm:pt>
    <dgm:pt modelId="{F199F38E-672B-42B0-812F-61732D679915}" type="pres">
      <dgm:prSet presAssocID="{54A2A55C-9032-4764-BEFE-86A374126617}" presName="connectorText" presStyleLbl="sibTrans1D1" presStyleIdx="4" presStyleCnt="6"/>
      <dgm:spPr/>
    </dgm:pt>
    <dgm:pt modelId="{BBEE6524-85C0-4904-AB4A-25AF3C3D3FAE}" type="pres">
      <dgm:prSet presAssocID="{709C8470-7019-43EB-AF93-A09324B17506}" presName="node" presStyleLbl="node1" presStyleIdx="5" presStyleCnt="7">
        <dgm:presLayoutVars>
          <dgm:bulletEnabled val="1"/>
        </dgm:presLayoutVars>
      </dgm:prSet>
      <dgm:spPr/>
    </dgm:pt>
    <dgm:pt modelId="{6D3D4D70-E728-4886-88E5-F27BD31890D5}" type="pres">
      <dgm:prSet presAssocID="{D8B05BC6-919F-4BD9-B520-DB417FAF42A8}" presName="sibTrans" presStyleLbl="sibTrans1D1" presStyleIdx="5" presStyleCnt="6"/>
      <dgm:spPr/>
    </dgm:pt>
    <dgm:pt modelId="{2A70F2F6-8D72-4F22-9473-DE62A8E2B25C}" type="pres">
      <dgm:prSet presAssocID="{D8B05BC6-919F-4BD9-B520-DB417FAF42A8}" presName="connectorText" presStyleLbl="sibTrans1D1" presStyleIdx="5" presStyleCnt="6"/>
      <dgm:spPr/>
    </dgm:pt>
    <dgm:pt modelId="{044C8C0A-0606-47C2-9945-95E2AD277FED}" type="pres">
      <dgm:prSet presAssocID="{5A4775EE-EC03-4D74-AA6E-03FEEA7AC353}" presName="node" presStyleLbl="node1" presStyleIdx="6" presStyleCnt="7">
        <dgm:presLayoutVars>
          <dgm:bulletEnabled val="1"/>
        </dgm:presLayoutVars>
      </dgm:prSet>
      <dgm:spPr/>
    </dgm:pt>
  </dgm:ptLst>
  <dgm:cxnLst>
    <dgm:cxn modelId="{162FD108-1B8D-414F-9543-CE731C55AA82}" srcId="{21BB369B-BFAB-49C4-B106-07038B44E26B}" destId="{A09009C2-D342-4AFC-85E7-552C9C128C3A}" srcOrd="1" destOrd="0" parTransId="{F2BA45E7-5F7B-4FA7-A78E-383945DF9D23}" sibTransId="{43CD5FA8-E988-433C-83A6-577D42F5E7FD}"/>
    <dgm:cxn modelId="{1471311D-EB43-4990-A1F5-7650AE8C45D4}" srcId="{21BB369B-BFAB-49C4-B106-07038B44E26B}" destId="{44452472-A45C-4ED0-A712-83B1E3D69969}" srcOrd="0" destOrd="0" parTransId="{BFA967EB-D944-4F0E-8C41-63E9316FD2E7}" sibTransId="{6E32EA1A-B820-4DB9-9432-B744983E25CA}"/>
    <dgm:cxn modelId="{EDC9241F-125E-4576-9899-26F691BB25CE}" type="presOf" srcId="{709C8470-7019-43EB-AF93-A09324B17506}" destId="{BBEE6524-85C0-4904-AB4A-25AF3C3D3FAE}" srcOrd="0" destOrd="0" presId="urn:microsoft.com/office/officeart/2016/7/layout/RepeatingBendingProcessNew"/>
    <dgm:cxn modelId="{6ED42A29-34DD-4622-B1C9-A7023C0B8E8C}" type="presOf" srcId="{A09009C2-D342-4AFC-85E7-552C9C128C3A}" destId="{E6D3A6AF-EDD7-433F-8267-9516F50ACCDF}" srcOrd="0" destOrd="0" presId="urn:microsoft.com/office/officeart/2016/7/layout/RepeatingBendingProcessNew"/>
    <dgm:cxn modelId="{CCE00E2A-1481-4595-AE13-DB6935B04F69}" type="presOf" srcId="{44452472-A45C-4ED0-A712-83B1E3D69969}" destId="{577009E2-F280-419A-A49B-14BBC892FB52}" srcOrd="0" destOrd="0" presId="urn:microsoft.com/office/officeart/2016/7/layout/RepeatingBendingProcessNew"/>
    <dgm:cxn modelId="{A41B5331-B520-4BE1-B543-07EA89A2161D}" type="presOf" srcId="{21BB369B-BFAB-49C4-B106-07038B44E26B}" destId="{7B9A99FE-4D0C-48E4-BA72-31B27ABD63C1}" srcOrd="0" destOrd="0" presId="urn:microsoft.com/office/officeart/2016/7/layout/RepeatingBendingProcessNew"/>
    <dgm:cxn modelId="{DB8DB333-F0AE-4611-8E73-500CD6941AB3}" type="presOf" srcId="{BD003113-9EE6-4233-8377-2088F87B5E86}" destId="{463EDA9D-AA40-42CE-88C9-9785A3C2F70A}" srcOrd="0" destOrd="0" presId="urn:microsoft.com/office/officeart/2016/7/layout/RepeatingBendingProcessNew"/>
    <dgm:cxn modelId="{24DC7939-7636-4CA9-8FFF-F0A115447E60}" type="presOf" srcId="{43CD5FA8-E988-433C-83A6-577D42F5E7FD}" destId="{012E4AB9-F3EB-4155-A15E-CACD504C7ACD}" srcOrd="1" destOrd="0" presId="urn:microsoft.com/office/officeart/2016/7/layout/RepeatingBendingProcessNew"/>
    <dgm:cxn modelId="{51DD935B-6DB0-4515-B4E3-F9F80C431400}" srcId="{21BB369B-BFAB-49C4-B106-07038B44E26B}" destId="{DE69B784-B724-4C82-89A8-D04D52C35EAC}" srcOrd="2" destOrd="0" parTransId="{803F3E25-0A94-41EE-AB49-D99DFD9F9C3E}" sibTransId="{BD003113-9EE6-4233-8377-2088F87B5E86}"/>
    <dgm:cxn modelId="{77A37443-07FE-43D2-A655-940929DA8745}" type="presOf" srcId="{D8B05BC6-919F-4BD9-B520-DB417FAF42A8}" destId="{2A70F2F6-8D72-4F22-9473-DE62A8E2B25C}" srcOrd="1" destOrd="0" presId="urn:microsoft.com/office/officeart/2016/7/layout/RepeatingBendingProcessNew"/>
    <dgm:cxn modelId="{6BDFD764-FAFB-4698-8D9D-B8B93C5066B7}" type="presOf" srcId="{DE69B784-B724-4C82-89A8-D04D52C35EAC}" destId="{C2BE3C71-95AF-4242-8452-3B67D8CE67C2}" srcOrd="0" destOrd="0" presId="urn:microsoft.com/office/officeart/2016/7/layout/RepeatingBendingProcessNew"/>
    <dgm:cxn modelId="{7AD8AE6E-AE4D-4780-BCD5-643262990AB4}" type="presOf" srcId="{5A4775EE-EC03-4D74-AA6E-03FEEA7AC353}" destId="{044C8C0A-0606-47C2-9945-95E2AD277FED}" srcOrd="0" destOrd="0" presId="urn:microsoft.com/office/officeart/2016/7/layout/RepeatingBendingProcessNew"/>
    <dgm:cxn modelId="{3A7BFB77-22EF-499A-B78D-04526CA814CF}" type="presOf" srcId="{54A2A55C-9032-4764-BEFE-86A374126617}" destId="{F199F38E-672B-42B0-812F-61732D679915}" srcOrd="1" destOrd="0" presId="urn:microsoft.com/office/officeart/2016/7/layout/RepeatingBendingProcessNew"/>
    <dgm:cxn modelId="{BE5E085A-75FF-446F-B03F-FC650A43BE70}" type="presOf" srcId="{43CD5FA8-E988-433C-83A6-577D42F5E7FD}" destId="{A88C2839-ABBC-42F9-A98C-DD9723F0CCFB}" srcOrd="0" destOrd="0" presId="urn:microsoft.com/office/officeart/2016/7/layout/RepeatingBendingProcessNew"/>
    <dgm:cxn modelId="{60BE8081-BD65-45F0-9CA3-2CAB811508BE}" type="presOf" srcId="{54A2A55C-9032-4764-BEFE-86A374126617}" destId="{25D628C0-03EB-4BE8-83B3-BF16AF0786A3}" srcOrd="0" destOrd="0" presId="urn:microsoft.com/office/officeart/2016/7/layout/RepeatingBendingProcessNew"/>
    <dgm:cxn modelId="{6F37F582-61E7-4D5F-AFA8-3EAD27FB465F}" type="presOf" srcId="{63DF60B0-F153-4DFB-B046-47F1EB235BB9}" destId="{847994F1-6882-4258-9864-6A79B2D95694}" srcOrd="0" destOrd="0" presId="urn:microsoft.com/office/officeart/2016/7/layout/RepeatingBendingProcessNew"/>
    <dgm:cxn modelId="{D996198C-69D3-4203-85FC-756BB528AE2D}" srcId="{21BB369B-BFAB-49C4-B106-07038B44E26B}" destId="{5A4775EE-EC03-4D74-AA6E-03FEEA7AC353}" srcOrd="6" destOrd="0" parTransId="{9586D143-3B7B-48CC-A17A-078C3EA1E9C8}" sibTransId="{8E23F414-2C93-412E-BB8B-E89E14C5230D}"/>
    <dgm:cxn modelId="{5F72718E-7D3A-4BDA-A0C4-E5D570C246FF}" type="presOf" srcId="{6E32EA1A-B820-4DB9-9432-B744983E25CA}" destId="{A4B8CB50-F554-4413-B367-DB892AD60A05}" srcOrd="0" destOrd="0" presId="urn:microsoft.com/office/officeart/2016/7/layout/RepeatingBendingProcessNew"/>
    <dgm:cxn modelId="{86F3DF94-F4BD-448D-BA8F-DA42A50F5E39}" srcId="{21BB369B-BFAB-49C4-B106-07038B44E26B}" destId="{52E0C1AE-39AC-428B-A932-B4DECDAF3A87}" srcOrd="3" destOrd="0" parTransId="{7C4ADDD8-D73C-4CB8-8312-7C3C23285A9C}" sibTransId="{AB705B75-9A8B-48D4-B6EB-2DC8AF9A0A10}"/>
    <dgm:cxn modelId="{1D09E394-7761-4E04-A89A-B7C4D262D77B}" type="presOf" srcId="{6E32EA1A-B820-4DB9-9432-B744983E25CA}" destId="{95DDA0F5-4BF1-4AA4-B7C9-26127372033C}" srcOrd="1" destOrd="0" presId="urn:microsoft.com/office/officeart/2016/7/layout/RepeatingBendingProcessNew"/>
    <dgm:cxn modelId="{348493A1-056F-4CB1-AAD2-6F5E14D87D7D}" type="presOf" srcId="{D8B05BC6-919F-4BD9-B520-DB417FAF42A8}" destId="{6D3D4D70-E728-4886-88E5-F27BD31890D5}" srcOrd="0" destOrd="0" presId="urn:microsoft.com/office/officeart/2016/7/layout/RepeatingBendingProcessNew"/>
    <dgm:cxn modelId="{325A8DB6-5585-4CC9-A3B9-415A43321C21}" srcId="{21BB369B-BFAB-49C4-B106-07038B44E26B}" destId="{709C8470-7019-43EB-AF93-A09324B17506}" srcOrd="5" destOrd="0" parTransId="{03BF5EE8-DCB7-4E4B-BFC9-BA1C79AA8DED}" sibTransId="{D8B05BC6-919F-4BD9-B520-DB417FAF42A8}"/>
    <dgm:cxn modelId="{E2B6E8BC-13B1-47F5-8727-8AAD35F1D676}" type="presOf" srcId="{AB705B75-9A8B-48D4-B6EB-2DC8AF9A0A10}" destId="{4B847EBE-12FD-498E-899F-102D888D3C98}" srcOrd="1" destOrd="0" presId="urn:microsoft.com/office/officeart/2016/7/layout/RepeatingBendingProcessNew"/>
    <dgm:cxn modelId="{DC2759C3-1334-4CA5-A92F-F8693507EFC0}" type="presOf" srcId="{BD003113-9EE6-4233-8377-2088F87B5E86}" destId="{521ED7D3-0079-4C50-A905-53F8614CC73F}" srcOrd="1" destOrd="0" presId="urn:microsoft.com/office/officeart/2016/7/layout/RepeatingBendingProcessNew"/>
    <dgm:cxn modelId="{26B284CD-CA25-4E6F-8F67-5B7E72D2A218}" srcId="{21BB369B-BFAB-49C4-B106-07038B44E26B}" destId="{63DF60B0-F153-4DFB-B046-47F1EB235BB9}" srcOrd="4" destOrd="0" parTransId="{EF975A4C-2536-41C6-A7B7-68C3DB439F82}" sibTransId="{54A2A55C-9032-4764-BEFE-86A374126617}"/>
    <dgm:cxn modelId="{F33BF5CE-80BB-43B5-B67E-A2F2DEF86F4B}" type="presOf" srcId="{AB705B75-9A8B-48D4-B6EB-2DC8AF9A0A10}" destId="{C1607747-6D8B-4C31-8CCE-75AC2D46C628}" srcOrd="0" destOrd="0" presId="urn:microsoft.com/office/officeart/2016/7/layout/RepeatingBendingProcessNew"/>
    <dgm:cxn modelId="{299FC7F2-064C-4BCC-982B-BA5A40ECB365}" type="presOf" srcId="{52E0C1AE-39AC-428B-A932-B4DECDAF3A87}" destId="{8500989F-623A-413D-AF5E-42CE2F36E946}" srcOrd="0" destOrd="0" presId="urn:microsoft.com/office/officeart/2016/7/layout/RepeatingBendingProcessNew"/>
    <dgm:cxn modelId="{DA291218-8ACB-4DAF-8440-FADE1FA5C9E4}" type="presParOf" srcId="{7B9A99FE-4D0C-48E4-BA72-31B27ABD63C1}" destId="{577009E2-F280-419A-A49B-14BBC892FB52}" srcOrd="0" destOrd="0" presId="urn:microsoft.com/office/officeart/2016/7/layout/RepeatingBendingProcessNew"/>
    <dgm:cxn modelId="{45CBF88B-DE28-4F9A-8256-467471DB1E5C}" type="presParOf" srcId="{7B9A99FE-4D0C-48E4-BA72-31B27ABD63C1}" destId="{A4B8CB50-F554-4413-B367-DB892AD60A05}" srcOrd="1" destOrd="0" presId="urn:microsoft.com/office/officeart/2016/7/layout/RepeatingBendingProcessNew"/>
    <dgm:cxn modelId="{AE60CD08-D258-41C6-883B-CBB9CBEE775C}" type="presParOf" srcId="{A4B8CB50-F554-4413-B367-DB892AD60A05}" destId="{95DDA0F5-4BF1-4AA4-B7C9-26127372033C}" srcOrd="0" destOrd="0" presId="urn:microsoft.com/office/officeart/2016/7/layout/RepeatingBendingProcessNew"/>
    <dgm:cxn modelId="{BF381197-F0F8-4100-AF0D-B165888CF019}" type="presParOf" srcId="{7B9A99FE-4D0C-48E4-BA72-31B27ABD63C1}" destId="{E6D3A6AF-EDD7-433F-8267-9516F50ACCDF}" srcOrd="2" destOrd="0" presId="urn:microsoft.com/office/officeart/2016/7/layout/RepeatingBendingProcessNew"/>
    <dgm:cxn modelId="{79AB32A4-1386-487F-9AA5-B7E5E2B7D90A}" type="presParOf" srcId="{7B9A99FE-4D0C-48E4-BA72-31B27ABD63C1}" destId="{A88C2839-ABBC-42F9-A98C-DD9723F0CCFB}" srcOrd="3" destOrd="0" presId="urn:microsoft.com/office/officeart/2016/7/layout/RepeatingBendingProcessNew"/>
    <dgm:cxn modelId="{1743A280-776E-4455-B7BD-A03EAECDD0D5}" type="presParOf" srcId="{A88C2839-ABBC-42F9-A98C-DD9723F0CCFB}" destId="{012E4AB9-F3EB-4155-A15E-CACD504C7ACD}" srcOrd="0" destOrd="0" presId="urn:microsoft.com/office/officeart/2016/7/layout/RepeatingBendingProcessNew"/>
    <dgm:cxn modelId="{4AE7D5C8-CE56-4F99-B1F1-E61EB6D6E8A9}" type="presParOf" srcId="{7B9A99FE-4D0C-48E4-BA72-31B27ABD63C1}" destId="{C2BE3C71-95AF-4242-8452-3B67D8CE67C2}" srcOrd="4" destOrd="0" presId="urn:microsoft.com/office/officeart/2016/7/layout/RepeatingBendingProcessNew"/>
    <dgm:cxn modelId="{7259D7B9-46B4-4863-85CF-CADF6E189898}" type="presParOf" srcId="{7B9A99FE-4D0C-48E4-BA72-31B27ABD63C1}" destId="{463EDA9D-AA40-42CE-88C9-9785A3C2F70A}" srcOrd="5" destOrd="0" presId="urn:microsoft.com/office/officeart/2016/7/layout/RepeatingBendingProcessNew"/>
    <dgm:cxn modelId="{3DBEC3A4-EB05-4A9E-8075-0939DFE7A615}" type="presParOf" srcId="{463EDA9D-AA40-42CE-88C9-9785A3C2F70A}" destId="{521ED7D3-0079-4C50-A905-53F8614CC73F}" srcOrd="0" destOrd="0" presId="urn:microsoft.com/office/officeart/2016/7/layout/RepeatingBendingProcessNew"/>
    <dgm:cxn modelId="{9739041B-407E-4F7F-9808-2AC6BDE38229}" type="presParOf" srcId="{7B9A99FE-4D0C-48E4-BA72-31B27ABD63C1}" destId="{8500989F-623A-413D-AF5E-42CE2F36E946}" srcOrd="6" destOrd="0" presId="urn:microsoft.com/office/officeart/2016/7/layout/RepeatingBendingProcessNew"/>
    <dgm:cxn modelId="{76C2929B-D6C6-470B-BA0F-8D2A8091A658}" type="presParOf" srcId="{7B9A99FE-4D0C-48E4-BA72-31B27ABD63C1}" destId="{C1607747-6D8B-4C31-8CCE-75AC2D46C628}" srcOrd="7" destOrd="0" presId="urn:microsoft.com/office/officeart/2016/7/layout/RepeatingBendingProcessNew"/>
    <dgm:cxn modelId="{521F2A4D-CF28-4A1F-A10C-183230894BA3}" type="presParOf" srcId="{C1607747-6D8B-4C31-8CCE-75AC2D46C628}" destId="{4B847EBE-12FD-498E-899F-102D888D3C98}" srcOrd="0" destOrd="0" presId="urn:microsoft.com/office/officeart/2016/7/layout/RepeatingBendingProcessNew"/>
    <dgm:cxn modelId="{7AD9E8AC-747E-4B10-B009-919A3690D025}" type="presParOf" srcId="{7B9A99FE-4D0C-48E4-BA72-31B27ABD63C1}" destId="{847994F1-6882-4258-9864-6A79B2D95694}" srcOrd="8" destOrd="0" presId="urn:microsoft.com/office/officeart/2016/7/layout/RepeatingBendingProcessNew"/>
    <dgm:cxn modelId="{0F136CB4-1E9E-4DD4-8888-5157E834D7D0}" type="presParOf" srcId="{7B9A99FE-4D0C-48E4-BA72-31B27ABD63C1}" destId="{25D628C0-03EB-4BE8-83B3-BF16AF0786A3}" srcOrd="9" destOrd="0" presId="urn:microsoft.com/office/officeart/2016/7/layout/RepeatingBendingProcessNew"/>
    <dgm:cxn modelId="{0B44F8FB-48F9-4D21-BD4C-18D4EEBB057D}" type="presParOf" srcId="{25D628C0-03EB-4BE8-83B3-BF16AF0786A3}" destId="{F199F38E-672B-42B0-812F-61732D679915}" srcOrd="0" destOrd="0" presId="urn:microsoft.com/office/officeart/2016/7/layout/RepeatingBendingProcessNew"/>
    <dgm:cxn modelId="{EA3930B8-0DEC-41D1-9BBA-4083B07A991E}" type="presParOf" srcId="{7B9A99FE-4D0C-48E4-BA72-31B27ABD63C1}" destId="{BBEE6524-85C0-4904-AB4A-25AF3C3D3FAE}" srcOrd="10" destOrd="0" presId="urn:microsoft.com/office/officeart/2016/7/layout/RepeatingBendingProcessNew"/>
    <dgm:cxn modelId="{27C0B80F-92E9-48F1-BC2E-485DA7912BC4}" type="presParOf" srcId="{7B9A99FE-4D0C-48E4-BA72-31B27ABD63C1}" destId="{6D3D4D70-E728-4886-88E5-F27BD31890D5}" srcOrd="11" destOrd="0" presId="urn:microsoft.com/office/officeart/2016/7/layout/RepeatingBendingProcessNew"/>
    <dgm:cxn modelId="{A64B9609-1F98-42F3-86E5-EC9307F76DE0}" type="presParOf" srcId="{6D3D4D70-E728-4886-88E5-F27BD31890D5}" destId="{2A70F2F6-8D72-4F22-9473-DE62A8E2B25C}" srcOrd="0" destOrd="0" presId="urn:microsoft.com/office/officeart/2016/7/layout/RepeatingBendingProcessNew"/>
    <dgm:cxn modelId="{84BF3770-A2A7-4A73-8D1E-64B232831AF1}" type="presParOf" srcId="{7B9A99FE-4D0C-48E4-BA72-31B27ABD63C1}" destId="{044C8C0A-0606-47C2-9945-95E2AD277FED}"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945485-A0C5-4645-B5E7-ABA29EF26CF2}"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579333AC-1933-4475-BCE7-00BFA448C4D8}">
      <dgm:prSet/>
      <dgm:spPr/>
      <dgm:t>
        <a:bodyPr/>
        <a:lstStyle/>
        <a:p>
          <a:pPr>
            <a:lnSpc>
              <a:spcPct val="100000"/>
            </a:lnSpc>
          </a:pPr>
          <a:r>
            <a:rPr lang="en-US" b="0" i="0" baseline="0"/>
            <a:t>Web-based client–server architecture for platform-independent access</a:t>
          </a:r>
          <a:endParaRPr lang="en-US"/>
        </a:p>
      </dgm:t>
    </dgm:pt>
    <dgm:pt modelId="{3980644A-C170-48FB-9B96-5439C28F8E97}" type="parTrans" cxnId="{FDAB74B8-B3AC-483D-B0A0-2985D16DC708}">
      <dgm:prSet/>
      <dgm:spPr/>
      <dgm:t>
        <a:bodyPr/>
        <a:lstStyle/>
        <a:p>
          <a:endParaRPr lang="en-US"/>
        </a:p>
      </dgm:t>
    </dgm:pt>
    <dgm:pt modelId="{6D497890-2001-4A77-A6A0-C0AC100E40A5}" type="sibTrans" cxnId="{FDAB74B8-B3AC-483D-B0A0-2985D16DC708}">
      <dgm:prSet/>
      <dgm:spPr/>
      <dgm:t>
        <a:bodyPr/>
        <a:lstStyle/>
        <a:p>
          <a:endParaRPr lang="en-US"/>
        </a:p>
      </dgm:t>
    </dgm:pt>
    <dgm:pt modelId="{F3C9C9AB-21D0-49D4-A43F-F614B05E1619}">
      <dgm:prSet/>
      <dgm:spPr/>
      <dgm:t>
        <a:bodyPr/>
        <a:lstStyle/>
        <a:p>
          <a:pPr>
            <a:lnSpc>
              <a:spcPct val="100000"/>
            </a:lnSpc>
          </a:pPr>
          <a:r>
            <a:rPr lang="en-US" b="0" i="0" baseline="0"/>
            <a:t>FastAPI used as the backend framework for efficient request handling</a:t>
          </a:r>
          <a:endParaRPr lang="en-US"/>
        </a:p>
      </dgm:t>
    </dgm:pt>
    <dgm:pt modelId="{8E28B676-3184-40EA-BB5D-ECFA7CDDA0C8}" type="parTrans" cxnId="{50EFD3EA-48C7-4CE8-951A-97461D8255A9}">
      <dgm:prSet/>
      <dgm:spPr/>
      <dgm:t>
        <a:bodyPr/>
        <a:lstStyle/>
        <a:p>
          <a:endParaRPr lang="en-US"/>
        </a:p>
      </dgm:t>
    </dgm:pt>
    <dgm:pt modelId="{F8A1EB28-C6CB-4DFE-989C-BE62E3652A88}" type="sibTrans" cxnId="{50EFD3EA-48C7-4CE8-951A-97461D8255A9}">
      <dgm:prSet/>
      <dgm:spPr/>
      <dgm:t>
        <a:bodyPr/>
        <a:lstStyle/>
        <a:p>
          <a:endParaRPr lang="en-US"/>
        </a:p>
      </dgm:t>
    </dgm:pt>
    <dgm:pt modelId="{A6745378-E58D-4D3F-9F5D-A5FE320E06FB}">
      <dgm:prSet/>
      <dgm:spPr/>
      <dgm:t>
        <a:bodyPr/>
        <a:lstStyle/>
        <a:p>
          <a:pPr>
            <a:lnSpc>
              <a:spcPct val="100000"/>
            </a:lnSpc>
          </a:pPr>
          <a:r>
            <a:rPr lang="en-US" b="0" i="0" baseline="0"/>
            <a:t>WebSocket integration to enable real-time queue and appointment updates</a:t>
          </a:r>
          <a:endParaRPr lang="en-US"/>
        </a:p>
      </dgm:t>
    </dgm:pt>
    <dgm:pt modelId="{593C5609-4E4E-49A8-8514-9393B9E8D39D}" type="parTrans" cxnId="{1C36D029-11DB-40BD-83A1-639C066C754E}">
      <dgm:prSet/>
      <dgm:spPr/>
      <dgm:t>
        <a:bodyPr/>
        <a:lstStyle/>
        <a:p>
          <a:endParaRPr lang="en-US"/>
        </a:p>
      </dgm:t>
    </dgm:pt>
    <dgm:pt modelId="{2EB18BE4-83CE-4AA8-93D2-147D5C4C24AF}" type="sibTrans" cxnId="{1C36D029-11DB-40BD-83A1-639C066C754E}">
      <dgm:prSet/>
      <dgm:spPr/>
      <dgm:t>
        <a:bodyPr/>
        <a:lstStyle/>
        <a:p>
          <a:endParaRPr lang="en-US"/>
        </a:p>
      </dgm:t>
    </dgm:pt>
    <dgm:pt modelId="{2690F6F6-C0DB-42F6-B859-276508083830}">
      <dgm:prSet/>
      <dgm:spPr/>
      <dgm:t>
        <a:bodyPr/>
        <a:lstStyle/>
        <a:p>
          <a:pPr>
            <a:lnSpc>
              <a:spcPct val="100000"/>
            </a:lnSpc>
          </a:pPr>
          <a:r>
            <a:rPr lang="en-US" b="0" i="0" baseline="0"/>
            <a:t>MySQL database for reliable and persistent data storage</a:t>
          </a:r>
          <a:endParaRPr lang="en-US"/>
        </a:p>
      </dgm:t>
    </dgm:pt>
    <dgm:pt modelId="{FF118957-0F1D-498D-B73A-63F0BB60C0F1}" type="parTrans" cxnId="{20D1027F-31E7-4A9C-B924-473FDD43EA9E}">
      <dgm:prSet/>
      <dgm:spPr/>
      <dgm:t>
        <a:bodyPr/>
        <a:lstStyle/>
        <a:p>
          <a:endParaRPr lang="en-US"/>
        </a:p>
      </dgm:t>
    </dgm:pt>
    <dgm:pt modelId="{1D7042CD-FD63-4642-A20A-3816624F18DF}" type="sibTrans" cxnId="{20D1027F-31E7-4A9C-B924-473FDD43EA9E}">
      <dgm:prSet/>
      <dgm:spPr/>
      <dgm:t>
        <a:bodyPr/>
        <a:lstStyle/>
        <a:p>
          <a:endParaRPr lang="en-US"/>
        </a:p>
      </dgm:t>
    </dgm:pt>
    <dgm:pt modelId="{9DA21C2E-210E-4F15-895C-555BBC8DEB4B}" type="pres">
      <dgm:prSet presAssocID="{27945485-A0C5-4645-B5E7-ABA29EF26CF2}" presName="root" presStyleCnt="0">
        <dgm:presLayoutVars>
          <dgm:dir/>
          <dgm:resizeHandles val="exact"/>
        </dgm:presLayoutVars>
      </dgm:prSet>
      <dgm:spPr/>
    </dgm:pt>
    <dgm:pt modelId="{9FE0CEDB-8E43-4E63-AC7C-C17AAB396291}" type="pres">
      <dgm:prSet presAssocID="{579333AC-1933-4475-BCE7-00BFA448C4D8}" presName="compNode" presStyleCnt="0"/>
      <dgm:spPr/>
    </dgm:pt>
    <dgm:pt modelId="{743F6FF4-CD50-467A-9462-BA7C6B8D22A0}" type="pres">
      <dgm:prSet presAssocID="{579333AC-1933-4475-BCE7-00BFA448C4D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7F3A5344-2E0A-434A-98E7-29E8F11E9297}" type="pres">
      <dgm:prSet presAssocID="{579333AC-1933-4475-BCE7-00BFA448C4D8}" presName="spaceRect" presStyleCnt="0"/>
      <dgm:spPr/>
    </dgm:pt>
    <dgm:pt modelId="{35FE4314-8756-44BD-9DFE-92C6225BD3B4}" type="pres">
      <dgm:prSet presAssocID="{579333AC-1933-4475-BCE7-00BFA448C4D8}" presName="textRect" presStyleLbl="revTx" presStyleIdx="0" presStyleCnt="4">
        <dgm:presLayoutVars>
          <dgm:chMax val="1"/>
          <dgm:chPref val="1"/>
        </dgm:presLayoutVars>
      </dgm:prSet>
      <dgm:spPr/>
    </dgm:pt>
    <dgm:pt modelId="{7AAF0202-1038-49F9-BD4E-9FEEC04F2089}" type="pres">
      <dgm:prSet presAssocID="{6D497890-2001-4A77-A6A0-C0AC100E40A5}" presName="sibTrans" presStyleCnt="0"/>
      <dgm:spPr/>
    </dgm:pt>
    <dgm:pt modelId="{5E1B0163-7E35-4397-9566-1D4D5227948A}" type="pres">
      <dgm:prSet presAssocID="{F3C9C9AB-21D0-49D4-A43F-F614B05E1619}" presName="compNode" presStyleCnt="0"/>
      <dgm:spPr/>
    </dgm:pt>
    <dgm:pt modelId="{C5815972-107C-4EC4-9E1D-F178F094980C}" type="pres">
      <dgm:prSet presAssocID="{F3C9C9AB-21D0-49D4-A43F-F614B05E161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8908F198-D57A-43A5-A8A4-A271DAB4628E}" type="pres">
      <dgm:prSet presAssocID="{F3C9C9AB-21D0-49D4-A43F-F614B05E1619}" presName="spaceRect" presStyleCnt="0"/>
      <dgm:spPr/>
    </dgm:pt>
    <dgm:pt modelId="{BBA0C1EC-C9E5-4028-A8A2-29E839019FCA}" type="pres">
      <dgm:prSet presAssocID="{F3C9C9AB-21D0-49D4-A43F-F614B05E1619}" presName="textRect" presStyleLbl="revTx" presStyleIdx="1" presStyleCnt="4">
        <dgm:presLayoutVars>
          <dgm:chMax val="1"/>
          <dgm:chPref val="1"/>
        </dgm:presLayoutVars>
      </dgm:prSet>
      <dgm:spPr/>
    </dgm:pt>
    <dgm:pt modelId="{717D635B-4387-4DDA-9DF7-73F2BA77CC2A}" type="pres">
      <dgm:prSet presAssocID="{F8A1EB28-C6CB-4DFE-989C-BE62E3652A88}" presName="sibTrans" presStyleCnt="0"/>
      <dgm:spPr/>
    </dgm:pt>
    <dgm:pt modelId="{F3032DA8-E7DC-474B-87E1-C2FA7788BB27}" type="pres">
      <dgm:prSet presAssocID="{A6745378-E58D-4D3F-9F5D-A5FE320E06FB}" presName="compNode" presStyleCnt="0"/>
      <dgm:spPr/>
    </dgm:pt>
    <dgm:pt modelId="{502953BE-1A7C-4522-8A39-6EA5669384A3}" type="pres">
      <dgm:prSet presAssocID="{A6745378-E58D-4D3F-9F5D-A5FE320E06F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ily Calendar"/>
        </a:ext>
      </dgm:extLst>
    </dgm:pt>
    <dgm:pt modelId="{45339A18-D2EA-49E5-8203-1AE8C150C2FC}" type="pres">
      <dgm:prSet presAssocID="{A6745378-E58D-4D3F-9F5D-A5FE320E06FB}" presName="spaceRect" presStyleCnt="0"/>
      <dgm:spPr/>
    </dgm:pt>
    <dgm:pt modelId="{6EC5626D-1FB3-4AE1-8628-7783E7550E18}" type="pres">
      <dgm:prSet presAssocID="{A6745378-E58D-4D3F-9F5D-A5FE320E06FB}" presName="textRect" presStyleLbl="revTx" presStyleIdx="2" presStyleCnt="4">
        <dgm:presLayoutVars>
          <dgm:chMax val="1"/>
          <dgm:chPref val="1"/>
        </dgm:presLayoutVars>
      </dgm:prSet>
      <dgm:spPr/>
    </dgm:pt>
    <dgm:pt modelId="{C6F1277D-B723-4317-B9B3-2AFF32699336}" type="pres">
      <dgm:prSet presAssocID="{2EB18BE4-83CE-4AA8-93D2-147D5C4C24AF}" presName="sibTrans" presStyleCnt="0"/>
      <dgm:spPr/>
    </dgm:pt>
    <dgm:pt modelId="{2D337BC2-A32C-4D1A-849E-CD1BF7918F0D}" type="pres">
      <dgm:prSet presAssocID="{2690F6F6-C0DB-42F6-B859-276508083830}" presName="compNode" presStyleCnt="0"/>
      <dgm:spPr/>
    </dgm:pt>
    <dgm:pt modelId="{C62225F9-E3C7-4ACC-AAAE-D76D173F6A3F}" type="pres">
      <dgm:prSet presAssocID="{2690F6F6-C0DB-42F6-B859-27650808383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9DACCA92-FE97-4BC1-AAEE-F4ABB9B5E107}" type="pres">
      <dgm:prSet presAssocID="{2690F6F6-C0DB-42F6-B859-276508083830}" presName="spaceRect" presStyleCnt="0"/>
      <dgm:spPr/>
    </dgm:pt>
    <dgm:pt modelId="{456DA2F4-66B7-4EE9-90A5-114669A36F3F}" type="pres">
      <dgm:prSet presAssocID="{2690F6F6-C0DB-42F6-B859-276508083830}" presName="textRect" presStyleLbl="revTx" presStyleIdx="3" presStyleCnt="4">
        <dgm:presLayoutVars>
          <dgm:chMax val="1"/>
          <dgm:chPref val="1"/>
        </dgm:presLayoutVars>
      </dgm:prSet>
      <dgm:spPr/>
    </dgm:pt>
  </dgm:ptLst>
  <dgm:cxnLst>
    <dgm:cxn modelId="{3CF75C22-961B-40CA-A530-17F297761144}" type="presOf" srcId="{F3C9C9AB-21D0-49D4-A43F-F614B05E1619}" destId="{BBA0C1EC-C9E5-4028-A8A2-29E839019FCA}" srcOrd="0" destOrd="0" presId="urn:microsoft.com/office/officeart/2018/2/layout/IconLabelList"/>
    <dgm:cxn modelId="{1C36D029-11DB-40BD-83A1-639C066C754E}" srcId="{27945485-A0C5-4645-B5E7-ABA29EF26CF2}" destId="{A6745378-E58D-4D3F-9F5D-A5FE320E06FB}" srcOrd="2" destOrd="0" parTransId="{593C5609-4E4E-49A8-8514-9393B9E8D39D}" sibTransId="{2EB18BE4-83CE-4AA8-93D2-147D5C4C24AF}"/>
    <dgm:cxn modelId="{8FFA1E75-0A7C-42D9-ADC9-83FFAC88E464}" type="presOf" srcId="{A6745378-E58D-4D3F-9F5D-A5FE320E06FB}" destId="{6EC5626D-1FB3-4AE1-8628-7783E7550E18}" srcOrd="0" destOrd="0" presId="urn:microsoft.com/office/officeart/2018/2/layout/IconLabelList"/>
    <dgm:cxn modelId="{20D1027F-31E7-4A9C-B924-473FDD43EA9E}" srcId="{27945485-A0C5-4645-B5E7-ABA29EF26CF2}" destId="{2690F6F6-C0DB-42F6-B859-276508083830}" srcOrd="3" destOrd="0" parTransId="{FF118957-0F1D-498D-B73A-63F0BB60C0F1}" sibTransId="{1D7042CD-FD63-4642-A20A-3816624F18DF}"/>
    <dgm:cxn modelId="{FDAB74B8-B3AC-483D-B0A0-2985D16DC708}" srcId="{27945485-A0C5-4645-B5E7-ABA29EF26CF2}" destId="{579333AC-1933-4475-BCE7-00BFA448C4D8}" srcOrd="0" destOrd="0" parTransId="{3980644A-C170-48FB-9B96-5439C28F8E97}" sibTransId="{6D497890-2001-4A77-A6A0-C0AC100E40A5}"/>
    <dgm:cxn modelId="{6AF520BE-E3E2-44B3-8CB3-510AE5F7910D}" type="presOf" srcId="{2690F6F6-C0DB-42F6-B859-276508083830}" destId="{456DA2F4-66B7-4EE9-90A5-114669A36F3F}" srcOrd="0" destOrd="0" presId="urn:microsoft.com/office/officeart/2018/2/layout/IconLabelList"/>
    <dgm:cxn modelId="{3EBF0BD9-824B-4A39-B319-E39B7BBFC94C}" type="presOf" srcId="{27945485-A0C5-4645-B5E7-ABA29EF26CF2}" destId="{9DA21C2E-210E-4F15-895C-555BBC8DEB4B}" srcOrd="0" destOrd="0" presId="urn:microsoft.com/office/officeart/2018/2/layout/IconLabelList"/>
    <dgm:cxn modelId="{E160C3E7-1CB3-4DB4-AC98-B81373505072}" type="presOf" srcId="{579333AC-1933-4475-BCE7-00BFA448C4D8}" destId="{35FE4314-8756-44BD-9DFE-92C6225BD3B4}" srcOrd="0" destOrd="0" presId="urn:microsoft.com/office/officeart/2018/2/layout/IconLabelList"/>
    <dgm:cxn modelId="{50EFD3EA-48C7-4CE8-951A-97461D8255A9}" srcId="{27945485-A0C5-4645-B5E7-ABA29EF26CF2}" destId="{F3C9C9AB-21D0-49D4-A43F-F614B05E1619}" srcOrd="1" destOrd="0" parTransId="{8E28B676-3184-40EA-BB5D-ECFA7CDDA0C8}" sibTransId="{F8A1EB28-C6CB-4DFE-989C-BE62E3652A88}"/>
    <dgm:cxn modelId="{2DC5A246-2992-4165-B41E-E4912BB523CF}" type="presParOf" srcId="{9DA21C2E-210E-4F15-895C-555BBC8DEB4B}" destId="{9FE0CEDB-8E43-4E63-AC7C-C17AAB396291}" srcOrd="0" destOrd="0" presId="urn:microsoft.com/office/officeart/2018/2/layout/IconLabelList"/>
    <dgm:cxn modelId="{80E52038-B4EC-4B68-8814-57C5C77C9658}" type="presParOf" srcId="{9FE0CEDB-8E43-4E63-AC7C-C17AAB396291}" destId="{743F6FF4-CD50-467A-9462-BA7C6B8D22A0}" srcOrd="0" destOrd="0" presId="urn:microsoft.com/office/officeart/2018/2/layout/IconLabelList"/>
    <dgm:cxn modelId="{FF289E7C-7416-4D69-8598-87B084E34746}" type="presParOf" srcId="{9FE0CEDB-8E43-4E63-AC7C-C17AAB396291}" destId="{7F3A5344-2E0A-434A-98E7-29E8F11E9297}" srcOrd="1" destOrd="0" presId="urn:microsoft.com/office/officeart/2018/2/layout/IconLabelList"/>
    <dgm:cxn modelId="{7E376DDE-BDD6-44E3-BBFC-A65011BDD226}" type="presParOf" srcId="{9FE0CEDB-8E43-4E63-AC7C-C17AAB396291}" destId="{35FE4314-8756-44BD-9DFE-92C6225BD3B4}" srcOrd="2" destOrd="0" presId="urn:microsoft.com/office/officeart/2018/2/layout/IconLabelList"/>
    <dgm:cxn modelId="{E8CB8671-02EF-44AA-ACF4-6E7ACA9BEA42}" type="presParOf" srcId="{9DA21C2E-210E-4F15-895C-555BBC8DEB4B}" destId="{7AAF0202-1038-49F9-BD4E-9FEEC04F2089}" srcOrd="1" destOrd="0" presId="urn:microsoft.com/office/officeart/2018/2/layout/IconLabelList"/>
    <dgm:cxn modelId="{7CD6B138-30EF-4BC1-854E-912B74650D31}" type="presParOf" srcId="{9DA21C2E-210E-4F15-895C-555BBC8DEB4B}" destId="{5E1B0163-7E35-4397-9566-1D4D5227948A}" srcOrd="2" destOrd="0" presId="urn:microsoft.com/office/officeart/2018/2/layout/IconLabelList"/>
    <dgm:cxn modelId="{09C5EEEB-5364-488E-BC10-40F96936750C}" type="presParOf" srcId="{5E1B0163-7E35-4397-9566-1D4D5227948A}" destId="{C5815972-107C-4EC4-9E1D-F178F094980C}" srcOrd="0" destOrd="0" presId="urn:microsoft.com/office/officeart/2018/2/layout/IconLabelList"/>
    <dgm:cxn modelId="{9EC5A1C9-198F-4F71-99DB-EF538E4A821B}" type="presParOf" srcId="{5E1B0163-7E35-4397-9566-1D4D5227948A}" destId="{8908F198-D57A-43A5-A8A4-A271DAB4628E}" srcOrd="1" destOrd="0" presId="urn:microsoft.com/office/officeart/2018/2/layout/IconLabelList"/>
    <dgm:cxn modelId="{0D5558CB-3CCD-4526-9AD9-125CC2BFEAA5}" type="presParOf" srcId="{5E1B0163-7E35-4397-9566-1D4D5227948A}" destId="{BBA0C1EC-C9E5-4028-A8A2-29E839019FCA}" srcOrd="2" destOrd="0" presId="urn:microsoft.com/office/officeart/2018/2/layout/IconLabelList"/>
    <dgm:cxn modelId="{0BECA2F0-99BE-40E1-9DB6-A48054B58522}" type="presParOf" srcId="{9DA21C2E-210E-4F15-895C-555BBC8DEB4B}" destId="{717D635B-4387-4DDA-9DF7-73F2BA77CC2A}" srcOrd="3" destOrd="0" presId="urn:microsoft.com/office/officeart/2018/2/layout/IconLabelList"/>
    <dgm:cxn modelId="{21BE46BB-149B-47CD-9032-A557FA957893}" type="presParOf" srcId="{9DA21C2E-210E-4F15-895C-555BBC8DEB4B}" destId="{F3032DA8-E7DC-474B-87E1-C2FA7788BB27}" srcOrd="4" destOrd="0" presId="urn:microsoft.com/office/officeart/2018/2/layout/IconLabelList"/>
    <dgm:cxn modelId="{D1F8AD9B-8474-4799-8F4F-2EB5C83B43F1}" type="presParOf" srcId="{F3032DA8-E7DC-474B-87E1-C2FA7788BB27}" destId="{502953BE-1A7C-4522-8A39-6EA5669384A3}" srcOrd="0" destOrd="0" presId="urn:microsoft.com/office/officeart/2018/2/layout/IconLabelList"/>
    <dgm:cxn modelId="{FD07BEEF-FE5E-4CC1-A106-0646B4113EB0}" type="presParOf" srcId="{F3032DA8-E7DC-474B-87E1-C2FA7788BB27}" destId="{45339A18-D2EA-49E5-8203-1AE8C150C2FC}" srcOrd="1" destOrd="0" presId="urn:microsoft.com/office/officeart/2018/2/layout/IconLabelList"/>
    <dgm:cxn modelId="{C523E14C-CFE2-433A-88BB-91897BFE3125}" type="presParOf" srcId="{F3032DA8-E7DC-474B-87E1-C2FA7788BB27}" destId="{6EC5626D-1FB3-4AE1-8628-7783E7550E18}" srcOrd="2" destOrd="0" presId="urn:microsoft.com/office/officeart/2018/2/layout/IconLabelList"/>
    <dgm:cxn modelId="{19EF55F9-68EC-49D3-936C-B834DEE12DBB}" type="presParOf" srcId="{9DA21C2E-210E-4F15-895C-555BBC8DEB4B}" destId="{C6F1277D-B723-4317-B9B3-2AFF32699336}" srcOrd="5" destOrd="0" presId="urn:microsoft.com/office/officeart/2018/2/layout/IconLabelList"/>
    <dgm:cxn modelId="{ABD4E05B-3028-4EBB-B549-7AC8127633A0}" type="presParOf" srcId="{9DA21C2E-210E-4F15-895C-555BBC8DEB4B}" destId="{2D337BC2-A32C-4D1A-849E-CD1BF7918F0D}" srcOrd="6" destOrd="0" presId="urn:microsoft.com/office/officeart/2018/2/layout/IconLabelList"/>
    <dgm:cxn modelId="{0FC7228C-B6C1-44F4-9C2F-340280DD1165}" type="presParOf" srcId="{2D337BC2-A32C-4D1A-849E-CD1BF7918F0D}" destId="{C62225F9-E3C7-4ACC-AAAE-D76D173F6A3F}" srcOrd="0" destOrd="0" presId="urn:microsoft.com/office/officeart/2018/2/layout/IconLabelList"/>
    <dgm:cxn modelId="{8D72F8E5-0987-40D6-B7C1-8DC3ECFF4E20}" type="presParOf" srcId="{2D337BC2-A32C-4D1A-849E-CD1BF7918F0D}" destId="{9DACCA92-FE97-4BC1-AAEE-F4ABB9B5E107}" srcOrd="1" destOrd="0" presId="urn:microsoft.com/office/officeart/2018/2/layout/IconLabelList"/>
    <dgm:cxn modelId="{B5E93438-9E33-4C6F-9420-75042E203941}" type="presParOf" srcId="{2D337BC2-A32C-4D1A-849E-CD1BF7918F0D}" destId="{456DA2F4-66B7-4EE9-90A5-114669A36F3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4F22D7F-FB97-418C-A6A4-57826681E9F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D9A69595-8942-46F8-A12C-C8900859BDD9}">
      <dgm:prSet/>
      <dgm:spPr/>
      <dgm:t>
        <a:bodyPr/>
        <a:lstStyle/>
        <a:p>
          <a:r>
            <a:rPr lang="en-US" baseline="0"/>
            <a:t>Customer: Joins the queue and receives a token</a:t>
          </a:r>
          <a:endParaRPr lang="en-US"/>
        </a:p>
      </dgm:t>
    </dgm:pt>
    <dgm:pt modelId="{8E889E83-B123-4EBE-9FE8-0256232FB131}" type="parTrans" cxnId="{98087BE8-A913-4770-87BE-8230E6D053B1}">
      <dgm:prSet/>
      <dgm:spPr/>
      <dgm:t>
        <a:bodyPr/>
        <a:lstStyle/>
        <a:p>
          <a:endParaRPr lang="en-US"/>
        </a:p>
      </dgm:t>
    </dgm:pt>
    <dgm:pt modelId="{252C0E7C-515B-4E17-9EE2-7C50BEB02A39}" type="sibTrans" cxnId="{98087BE8-A913-4770-87BE-8230E6D053B1}">
      <dgm:prSet/>
      <dgm:spPr/>
      <dgm:t>
        <a:bodyPr/>
        <a:lstStyle/>
        <a:p>
          <a:endParaRPr lang="en-US"/>
        </a:p>
      </dgm:t>
    </dgm:pt>
    <dgm:pt modelId="{FC813F33-A6FB-4B87-AAE5-82033184F96A}">
      <dgm:prSet/>
      <dgm:spPr/>
      <dgm:t>
        <a:bodyPr/>
        <a:lstStyle/>
        <a:p>
          <a:r>
            <a:rPr lang="en-US" baseline="0"/>
            <a:t>Counter Staff: Serves customers based on assigned tokens</a:t>
          </a:r>
          <a:endParaRPr lang="en-US"/>
        </a:p>
      </dgm:t>
    </dgm:pt>
    <dgm:pt modelId="{BDCFC6CF-8F9B-4702-862C-4A877A47632E}" type="parTrans" cxnId="{76A7D636-56A0-4D08-BE69-DB4D34DF804D}">
      <dgm:prSet/>
      <dgm:spPr/>
      <dgm:t>
        <a:bodyPr/>
        <a:lstStyle/>
        <a:p>
          <a:endParaRPr lang="en-US"/>
        </a:p>
      </dgm:t>
    </dgm:pt>
    <dgm:pt modelId="{6880B4A7-98D7-4EC1-9523-09D2174CD897}" type="sibTrans" cxnId="{76A7D636-56A0-4D08-BE69-DB4D34DF804D}">
      <dgm:prSet/>
      <dgm:spPr/>
      <dgm:t>
        <a:bodyPr/>
        <a:lstStyle/>
        <a:p>
          <a:endParaRPr lang="en-US"/>
        </a:p>
      </dgm:t>
    </dgm:pt>
    <dgm:pt modelId="{1EC44319-29CE-4BAA-AC9E-60315F3B5EE4}">
      <dgm:prSet/>
      <dgm:spPr/>
      <dgm:t>
        <a:bodyPr/>
        <a:lstStyle/>
        <a:p>
          <a:r>
            <a:rPr lang="en-US" baseline="0"/>
            <a:t>Admin: Monitors and manages the overall system</a:t>
          </a:r>
          <a:endParaRPr lang="en-US"/>
        </a:p>
      </dgm:t>
    </dgm:pt>
    <dgm:pt modelId="{2E1A56E9-47EE-4E6D-A05A-5B8C6F667616}" type="parTrans" cxnId="{9AA3983B-3CC7-4270-96DE-44580AD1D9A7}">
      <dgm:prSet/>
      <dgm:spPr/>
      <dgm:t>
        <a:bodyPr/>
        <a:lstStyle/>
        <a:p>
          <a:endParaRPr lang="en-US"/>
        </a:p>
      </dgm:t>
    </dgm:pt>
    <dgm:pt modelId="{726529BB-415C-47AB-B03A-FC96ACC349C3}" type="sibTrans" cxnId="{9AA3983B-3CC7-4270-96DE-44580AD1D9A7}">
      <dgm:prSet/>
      <dgm:spPr/>
      <dgm:t>
        <a:bodyPr/>
        <a:lstStyle/>
        <a:p>
          <a:endParaRPr lang="en-US"/>
        </a:p>
      </dgm:t>
    </dgm:pt>
    <dgm:pt modelId="{1AAC079C-3269-4E9D-AE9F-CDD4E9D9A877}">
      <dgm:prSet/>
      <dgm:spPr/>
      <dgm:t>
        <a:bodyPr/>
        <a:lstStyle/>
        <a:p>
          <a:r>
            <a:rPr lang="en-US" baseline="0"/>
            <a:t>Display Client: Shows real-time queue status and token numbers</a:t>
          </a:r>
          <a:endParaRPr lang="en-US"/>
        </a:p>
      </dgm:t>
    </dgm:pt>
    <dgm:pt modelId="{4F0E3985-B876-4D2F-810F-16EFE85E9B9A}" type="parTrans" cxnId="{EA8541C5-63D7-4DC2-9D39-6D0A52EB371A}">
      <dgm:prSet/>
      <dgm:spPr/>
      <dgm:t>
        <a:bodyPr/>
        <a:lstStyle/>
        <a:p>
          <a:endParaRPr lang="en-US"/>
        </a:p>
      </dgm:t>
    </dgm:pt>
    <dgm:pt modelId="{A6EA0468-B36C-4984-BA71-BAF851FE5C37}" type="sibTrans" cxnId="{EA8541C5-63D7-4DC2-9D39-6D0A52EB371A}">
      <dgm:prSet/>
      <dgm:spPr/>
      <dgm:t>
        <a:bodyPr/>
        <a:lstStyle/>
        <a:p>
          <a:endParaRPr lang="en-US"/>
        </a:p>
      </dgm:t>
    </dgm:pt>
    <dgm:pt modelId="{D61413B7-783E-40BC-B93A-4C7FB080D8E6}" type="pres">
      <dgm:prSet presAssocID="{04F22D7F-FB97-418C-A6A4-57826681E9F0}" presName="hierChild1" presStyleCnt="0">
        <dgm:presLayoutVars>
          <dgm:chPref val="1"/>
          <dgm:dir/>
          <dgm:animOne val="branch"/>
          <dgm:animLvl val="lvl"/>
          <dgm:resizeHandles/>
        </dgm:presLayoutVars>
      </dgm:prSet>
      <dgm:spPr/>
    </dgm:pt>
    <dgm:pt modelId="{404B36DB-C9DD-4E61-8E21-5AA62814680F}" type="pres">
      <dgm:prSet presAssocID="{D9A69595-8942-46F8-A12C-C8900859BDD9}" presName="hierRoot1" presStyleCnt="0"/>
      <dgm:spPr/>
    </dgm:pt>
    <dgm:pt modelId="{1EFFB4CB-F236-4154-9805-43BE6939F52E}" type="pres">
      <dgm:prSet presAssocID="{D9A69595-8942-46F8-A12C-C8900859BDD9}" presName="composite" presStyleCnt="0"/>
      <dgm:spPr/>
    </dgm:pt>
    <dgm:pt modelId="{5FC86F21-F5A5-49C7-B4EF-3F291FBB8F8C}" type="pres">
      <dgm:prSet presAssocID="{D9A69595-8942-46F8-A12C-C8900859BDD9}" presName="background" presStyleLbl="node0" presStyleIdx="0" presStyleCnt="4"/>
      <dgm:spPr/>
    </dgm:pt>
    <dgm:pt modelId="{99B19937-C394-4E3F-8567-6F3CE0F892D2}" type="pres">
      <dgm:prSet presAssocID="{D9A69595-8942-46F8-A12C-C8900859BDD9}" presName="text" presStyleLbl="fgAcc0" presStyleIdx="0" presStyleCnt="4">
        <dgm:presLayoutVars>
          <dgm:chPref val="3"/>
        </dgm:presLayoutVars>
      </dgm:prSet>
      <dgm:spPr/>
    </dgm:pt>
    <dgm:pt modelId="{7BD70D75-0E6A-473F-9F9E-438E61C98702}" type="pres">
      <dgm:prSet presAssocID="{D9A69595-8942-46F8-A12C-C8900859BDD9}" presName="hierChild2" presStyleCnt="0"/>
      <dgm:spPr/>
    </dgm:pt>
    <dgm:pt modelId="{16970CAF-58F0-4154-9FB7-C0189EBF6A70}" type="pres">
      <dgm:prSet presAssocID="{FC813F33-A6FB-4B87-AAE5-82033184F96A}" presName="hierRoot1" presStyleCnt="0"/>
      <dgm:spPr/>
    </dgm:pt>
    <dgm:pt modelId="{0F7D64E9-B3B7-4B99-8DE2-4D0383AEF63E}" type="pres">
      <dgm:prSet presAssocID="{FC813F33-A6FB-4B87-AAE5-82033184F96A}" presName="composite" presStyleCnt="0"/>
      <dgm:spPr/>
    </dgm:pt>
    <dgm:pt modelId="{91850274-6F1C-49F8-822D-2F5AA3FEC9B9}" type="pres">
      <dgm:prSet presAssocID="{FC813F33-A6FB-4B87-AAE5-82033184F96A}" presName="background" presStyleLbl="node0" presStyleIdx="1" presStyleCnt="4"/>
      <dgm:spPr/>
    </dgm:pt>
    <dgm:pt modelId="{6D8AF602-C3A2-4C41-B5BB-2D0A5E38DEBA}" type="pres">
      <dgm:prSet presAssocID="{FC813F33-A6FB-4B87-AAE5-82033184F96A}" presName="text" presStyleLbl="fgAcc0" presStyleIdx="1" presStyleCnt="4">
        <dgm:presLayoutVars>
          <dgm:chPref val="3"/>
        </dgm:presLayoutVars>
      </dgm:prSet>
      <dgm:spPr/>
    </dgm:pt>
    <dgm:pt modelId="{ABD03144-CBB7-4675-8E92-A15B5B0906AC}" type="pres">
      <dgm:prSet presAssocID="{FC813F33-A6FB-4B87-AAE5-82033184F96A}" presName="hierChild2" presStyleCnt="0"/>
      <dgm:spPr/>
    </dgm:pt>
    <dgm:pt modelId="{3BEFEEB1-7E76-4B02-9447-EFBC37350B02}" type="pres">
      <dgm:prSet presAssocID="{1EC44319-29CE-4BAA-AC9E-60315F3B5EE4}" presName="hierRoot1" presStyleCnt="0"/>
      <dgm:spPr/>
    </dgm:pt>
    <dgm:pt modelId="{EE9C5981-6D95-4D5F-9E94-7E4271D71256}" type="pres">
      <dgm:prSet presAssocID="{1EC44319-29CE-4BAA-AC9E-60315F3B5EE4}" presName="composite" presStyleCnt="0"/>
      <dgm:spPr/>
    </dgm:pt>
    <dgm:pt modelId="{C5F1324F-ED18-4EB0-B400-2903FA622C68}" type="pres">
      <dgm:prSet presAssocID="{1EC44319-29CE-4BAA-AC9E-60315F3B5EE4}" presName="background" presStyleLbl="node0" presStyleIdx="2" presStyleCnt="4"/>
      <dgm:spPr/>
    </dgm:pt>
    <dgm:pt modelId="{1CD6E6BF-D369-47DA-9E4D-B46EE164872B}" type="pres">
      <dgm:prSet presAssocID="{1EC44319-29CE-4BAA-AC9E-60315F3B5EE4}" presName="text" presStyleLbl="fgAcc0" presStyleIdx="2" presStyleCnt="4">
        <dgm:presLayoutVars>
          <dgm:chPref val="3"/>
        </dgm:presLayoutVars>
      </dgm:prSet>
      <dgm:spPr/>
    </dgm:pt>
    <dgm:pt modelId="{135D93E9-D7E7-4AC2-B39B-FF6045A706F5}" type="pres">
      <dgm:prSet presAssocID="{1EC44319-29CE-4BAA-AC9E-60315F3B5EE4}" presName="hierChild2" presStyleCnt="0"/>
      <dgm:spPr/>
    </dgm:pt>
    <dgm:pt modelId="{68C40A35-4666-47A3-B647-45BD66359D41}" type="pres">
      <dgm:prSet presAssocID="{1AAC079C-3269-4E9D-AE9F-CDD4E9D9A877}" presName="hierRoot1" presStyleCnt="0"/>
      <dgm:spPr/>
    </dgm:pt>
    <dgm:pt modelId="{B30EC2AB-A166-438A-808B-E1C500D04DDC}" type="pres">
      <dgm:prSet presAssocID="{1AAC079C-3269-4E9D-AE9F-CDD4E9D9A877}" presName="composite" presStyleCnt="0"/>
      <dgm:spPr/>
    </dgm:pt>
    <dgm:pt modelId="{2CD15B7B-5922-4CEE-B856-F5A09995B8B3}" type="pres">
      <dgm:prSet presAssocID="{1AAC079C-3269-4E9D-AE9F-CDD4E9D9A877}" presName="background" presStyleLbl="node0" presStyleIdx="3" presStyleCnt="4"/>
      <dgm:spPr/>
    </dgm:pt>
    <dgm:pt modelId="{74C51413-A4D4-4D17-9F65-7542869234DC}" type="pres">
      <dgm:prSet presAssocID="{1AAC079C-3269-4E9D-AE9F-CDD4E9D9A877}" presName="text" presStyleLbl="fgAcc0" presStyleIdx="3" presStyleCnt="4">
        <dgm:presLayoutVars>
          <dgm:chPref val="3"/>
        </dgm:presLayoutVars>
      </dgm:prSet>
      <dgm:spPr/>
    </dgm:pt>
    <dgm:pt modelId="{8C7738B2-AD1F-4C22-88F5-04F69BDC159A}" type="pres">
      <dgm:prSet presAssocID="{1AAC079C-3269-4E9D-AE9F-CDD4E9D9A877}" presName="hierChild2" presStyleCnt="0"/>
      <dgm:spPr/>
    </dgm:pt>
  </dgm:ptLst>
  <dgm:cxnLst>
    <dgm:cxn modelId="{7356C530-2510-4287-9B89-98BC376811CD}" type="presOf" srcId="{FC813F33-A6FB-4B87-AAE5-82033184F96A}" destId="{6D8AF602-C3A2-4C41-B5BB-2D0A5E38DEBA}" srcOrd="0" destOrd="0" presId="urn:microsoft.com/office/officeart/2005/8/layout/hierarchy1"/>
    <dgm:cxn modelId="{76A7D636-56A0-4D08-BE69-DB4D34DF804D}" srcId="{04F22D7F-FB97-418C-A6A4-57826681E9F0}" destId="{FC813F33-A6FB-4B87-AAE5-82033184F96A}" srcOrd="1" destOrd="0" parTransId="{BDCFC6CF-8F9B-4702-862C-4A877A47632E}" sibTransId="{6880B4A7-98D7-4EC1-9523-09D2174CD897}"/>
    <dgm:cxn modelId="{9AA3983B-3CC7-4270-96DE-44580AD1D9A7}" srcId="{04F22D7F-FB97-418C-A6A4-57826681E9F0}" destId="{1EC44319-29CE-4BAA-AC9E-60315F3B5EE4}" srcOrd="2" destOrd="0" parTransId="{2E1A56E9-47EE-4E6D-A05A-5B8C6F667616}" sibTransId="{726529BB-415C-47AB-B03A-FC96ACC349C3}"/>
    <dgm:cxn modelId="{440E8471-E560-466B-A392-9AF406E6EB2A}" type="presOf" srcId="{1AAC079C-3269-4E9D-AE9F-CDD4E9D9A877}" destId="{74C51413-A4D4-4D17-9F65-7542869234DC}" srcOrd="0" destOrd="0" presId="urn:microsoft.com/office/officeart/2005/8/layout/hierarchy1"/>
    <dgm:cxn modelId="{F6C8C992-CE26-42A7-900D-6A8B36CBC5C8}" type="presOf" srcId="{04F22D7F-FB97-418C-A6A4-57826681E9F0}" destId="{D61413B7-783E-40BC-B93A-4C7FB080D8E6}" srcOrd="0" destOrd="0" presId="urn:microsoft.com/office/officeart/2005/8/layout/hierarchy1"/>
    <dgm:cxn modelId="{6A5415B1-E1D4-4B26-9F44-DB7A1EE4B302}" type="presOf" srcId="{1EC44319-29CE-4BAA-AC9E-60315F3B5EE4}" destId="{1CD6E6BF-D369-47DA-9E4D-B46EE164872B}" srcOrd="0" destOrd="0" presId="urn:microsoft.com/office/officeart/2005/8/layout/hierarchy1"/>
    <dgm:cxn modelId="{EA8541C5-63D7-4DC2-9D39-6D0A52EB371A}" srcId="{04F22D7F-FB97-418C-A6A4-57826681E9F0}" destId="{1AAC079C-3269-4E9D-AE9F-CDD4E9D9A877}" srcOrd="3" destOrd="0" parTransId="{4F0E3985-B876-4D2F-810F-16EFE85E9B9A}" sibTransId="{A6EA0468-B36C-4984-BA71-BAF851FE5C37}"/>
    <dgm:cxn modelId="{8B2DD0CE-8689-4889-B146-71F169EC7494}" type="presOf" srcId="{D9A69595-8942-46F8-A12C-C8900859BDD9}" destId="{99B19937-C394-4E3F-8567-6F3CE0F892D2}" srcOrd="0" destOrd="0" presId="urn:microsoft.com/office/officeart/2005/8/layout/hierarchy1"/>
    <dgm:cxn modelId="{98087BE8-A913-4770-87BE-8230E6D053B1}" srcId="{04F22D7F-FB97-418C-A6A4-57826681E9F0}" destId="{D9A69595-8942-46F8-A12C-C8900859BDD9}" srcOrd="0" destOrd="0" parTransId="{8E889E83-B123-4EBE-9FE8-0256232FB131}" sibTransId="{252C0E7C-515B-4E17-9EE2-7C50BEB02A39}"/>
    <dgm:cxn modelId="{EF7D826D-9873-4352-80BF-8C7EE32E9D94}" type="presParOf" srcId="{D61413B7-783E-40BC-B93A-4C7FB080D8E6}" destId="{404B36DB-C9DD-4E61-8E21-5AA62814680F}" srcOrd="0" destOrd="0" presId="urn:microsoft.com/office/officeart/2005/8/layout/hierarchy1"/>
    <dgm:cxn modelId="{09941B1B-30E9-4019-B28E-292ECD104DCD}" type="presParOf" srcId="{404B36DB-C9DD-4E61-8E21-5AA62814680F}" destId="{1EFFB4CB-F236-4154-9805-43BE6939F52E}" srcOrd="0" destOrd="0" presId="urn:microsoft.com/office/officeart/2005/8/layout/hierarchy1"/>
    <dgm:cxn modelId="{8B5DF2DD-2558-4680-9884-D40B9881D869}" type="presParOf" srcId="{1EFFB4CB-F236-4154-9805-43BE6939F52E}" destId="{5FC86F21-F5A5-49C7-B4EF-3F291FBB8F8C}" srcOrd="0" destOrd="0" presId="urn:microsoft.com/office/officeart/2005/8/layout/hierarchy1"/>
    <dgm:cxn modelId="{789AD41D-9360-4489-9979-A9649098A4B2}" type="presParOf" srcId="{1EFFB4CB-F236-4154-9805-43BE6939F52E}" destId="{99B19937-C394-4E3F-8567-6F3CE0F892D2}" srcOrd="1" destOrd="0" presId="urn:microsoft.com/office/officeart/2005/8/layout/hierarchy1"/>
    <dgm:cxn modelId="{1F3522F0-0D40-4B19-BB0F-00C127886D3E}" type="presParOf" srcId="{404B36DB-C9DD-4E61-8E21-5AA62814680F}" destId="{7BD70D75-0E6A-473F-9F9E-438E61C98702}" srcOrd="1" destOrd="0" presId="urn:microsoft.com/office/officeart/2005/8/layout/hierarchy1"/>
    <dgm:cxn modelId="{F6C557D3-EBE4-4AE8-B108-17CC477B37BF}" type="presParOf" srcId="{D61413B7-783E-40BC-B93A-4C7FB080D8E6}" destId="{16970CAF-58F0-4154-9FB7-C0189EBF6A70}" srcOrd="1" destOrd="0" presId="urn:microsoft.com/office/officeart/2005/8/layout/hierarchy1"/>
    <dgm:cxn modelId="{B515DC40-7456-4F1D-ADE8-E0BBBBDD6641}" type="presParOf" srcId="{16970CAF-58F0-4154-9FB7-C0189EBF6A70}" destId="{0F7D64E9-B3B7-4B99-8DE2-4D0383AEF63E}" srcOrd="0" destOrd="0" presId="urn:microsoft.com/office/officeart/2005/8/layout/hierarchy1"/>
    <dgm:cxn modelId="{7653B7ED-8260-4A1E-884C-5D15AEF8C51F}" type="presParOf" srcId="{0F7D64E9-B3B7-4B99-8DE2-4D0383AEF63E}" destId="{91850274-6F1C-49F8-822D-2F5AA3FEC9B9}" srcOrd="0" destOrd="0" presId="urn:microsoft.com/office/officeart/2005/8/layout/hierarchy1"/>
    <dgm:cxn modelId="{6A7F8137-FF6A-4CF7-9A7D-0BF9DE6F5FCA}" type="presParOf" srcId="{0F7D64E9-B3B7-4B99-8DE2-4D0383AEF63E}" destId="{6D8AF602-C3A2-4C41-B5BB-2D0A5E38DEBA}" srcOrd="1" destOrd="0" presId="urn:microsoft.com/office/officeart/2005/8/layout/hierarchy1"/>
    <dgm:cxn modelId="{74C58AC9-C9D4-414D-A065-9A04133A5444}" type="presParOf" srcId="{16970CAF-58F0-4154-9FB7-C0189EBF6A70}" destId="{ABD03144-CBB7-4675-8E92-A15B5B0906AC}" srcOrd="1" destOrd="0" presId="urn:microsoft.com/office/officeart/2005/8/layout/hierarchy1"/>
    <dgm:cxn modelId="{98877183-A64F-4CE9-8C63-D9C1A4D2B5E4}" type="presParOf" srcId="{D61413B7-783E-40BC-B93A-4C7FB080D8E6}" destId="{3BEFEEB1-7E76-4B02-9447-EFBC37350B02}" srcOrd="2" destOrd="0" presId="urn:microsoft.com/office/officeart/2005/8/layout/hierarchy1"/>
    <dgm:cxn modelId="{F3A75F21-28A1-46D4-917D-897E65BD0D7B}" type="presParOf" srcId="{3BEFEEB1-7E76-4B02-9447-EFBC37350B02}" destId="{EE9C5981-6D95-4D5F-9E94-7E4271D71256}" srcOrd="0" destOrd="0" presId="urn:microsoft.com/office/officeart/2005/8/layout/hierarchy1"/>
    <dgm:cxn modelId="{091E85D3-025A-43BB-BD6A-ACA8B84DAE19}" type="presParOf" srcId="{EE9C5981-6D95-4D5F-9E94-7E4271D71256}" destId="{C5F1324F-ED18-4EB0-B400-2903FA622C68}" srcOrd="0" destOrd="0" presId="urn:microsoft.com/office/officeart/2005/8/layout/hierarchy1"/>
    <dgm:cxn modelId="{EE7A5BA7-F7AB-4B0F-9B95-54312EE500E2}" type="presParOf" srcId="{EE9C5981-6D95-4D5F-9E94-7E4271D71256}" destId="{1CD6E6BF-D369-47DA-9E4D-B46EE164872B}" srcOrd="1" destOrd="0" presId="urn:microsoft.com/office/officeart/2005/8/layout/hierarchy1"/>
    <dgm:cxn modelId="{A79F0FAE-BB44-4C52-BA75-6DDA632D59EB}" type="presParOf" srcId="{3BEFEEB1-7E76-4B02-9447-EFBC37350B02}" destId="{135D93E9-D7E7-4AC2-B39B-FF6045A706F5}" srcOrd="1" destOrd="0" presId="urn:microsoft.com/office/officeart/2005/8/layout/hierarchy1"/>
    <dgm:cxn modelId="{C3143597-D914-45F9-AA9E-FE4010B67457}" type="presParOf" srcId="{D61413B7-783E-40BC-B93A-4C7FB080D8E6}" destId="{68C40A35-4666-47A3-B647-45BD66359D41}" srcOrd="3" destOrd="0" presId="urn:microsoft.com/office/officeart/2005/8/layout/hierarchy1"/>
    <dgm:cxn modelId="{64508D9F-637A-4FCF-BA14-230E7AE89C6D}" type="presParOf" srcId="{68C40A35-4666-47A3-B647-45BD66359D41}" destId="{B30EC2AB-A166-438A-808B-E1C500D04DDC}" srcOrd="0" destOrd="0" presId="urn:microsoft.com/office/officeart/2005/8/layout/hierarchy1"/>
    <dgm:cxn modelId="{17BE3A3B-7EF9-451B-ABC7-853695B714CC}" type="presParOf" srcId="{B30EC2AB-A166-438A-808B-E1C500D04DDC}" destId="{2CD15B7B-5922-4CEE-B856-F5A09995B8B3}" srcOrd="0" destOrd="0" presId="urn:microsoft.com/office/officeart/2005/8/layout/hierarchy1"/>
    <dgm:cxn modelId="{B451AC12-47AE-44E4-92C8-C955DE17CBD4}" type="presParOf" srcId="{B30EC2AB-A166-438A-808B-E1C500D04DDC}" destId="{74C51413-A4D4-4D17-9F65-7542869234DC}" srcOrd="1" destOrd="0" presId="urn:microsoft.com/office/officeart/2005/8/layout/hierarchy1"/>
    <dgm:cxn modelId="{86D8FA04-28A5-4A32-89C6-D4634D801B37}" type="presParOf" srcId="{68C40A35-4666-47A3-B647-45BD66359D41}" destId="{8C7738B2-AD1F-4C22-88F5-04F69BDC159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DDAEBE-250D-4F8F-8D10-6444CBD917C9}" type="doc">
      <dgm:prSet loTypeId="urn:microsoft.com/office/officeart/2016/7/layout/BasicLinearProcessNumbered" loCatId="process" qsTypeId="urn:microsoft.com/office/officeart/2005/8/quickstyle/simple1" qsCatId="simple" csTypeId="urn:microsoft.com/office/officeart/2005/8/colors/accent1_2" csCatId="accent1"/>
      <dgm:spPr/>
      <dgm:t>
        <a:bodyPr/>
        <a:lstStyle/>
        <a:p>
          <a:endParaRPr lang="en-US"/>
        </a:p>
      </dgm:t>
    </dgm:pt>
    <dgm:pt modelId="{A49515A7-A527-41B3-904E-C9240BE74923}">
      <dgm:prSet/>
      <dgm:spPr/>
      <dgm:t>
        <a:bodyPr/>
        <a:lstStyle/>
        <a:p>
          <a:pPr algn="just"/>
          <a:r>
            <a:rPr lang="en-US" b="0" i="0" baseline="0" dirty="0"/>
            <a:t>Support digital queue registration for customers</a:t>
          </a:r>
          <a:endParaRPr lang="en-US" dirty="0"/>
        </a:p>
      </dgm:t>
    </dgm:pt>
    <dgm:pt modelId="{181E7294-26EE-4725-9B2F-0E103ACD9724}" type="parTrans" cxnId="{A000E212-75A3-4BDB-9CA8-45643DD2040A}">
      <dgm:prSet/>
      <dgm:spPr/>
      <dgm:t>
        <a:bodyPr/>
        <a:lstStyle/>
        <a:p>
          <a:endParaRPr lang="en-US"/>
        </a:p>
      </dgm:t>
    </dgm:pt>
    <dgm:pt modelId="{8490BE36-AC7D-4EAB-886D-54ADA3084C24}" type="sibTrans" cxnId="{A000E212-75A3-4BDB-9CA8-45643DD2040A}">
      <dgm:prSet phldrT="1" phldr="0"/>
      <dgm:spPr/>
      <dgm:t>
        <a:bodyPr/>
        <a:lstStyle/>
        <a:p>
          <a:r>
            <a:rPr lang="en-US"/>
            <a:t>1</a:t>
          </a:r>
        </a:p>
      </dgm:t>
    </dgm:pt>
    <dgm:pt modelId="{F7EDC002-FBE9-49F4-96CA-D013A76092A6}">
      <dgm:prSet/>
      <dgm:spPr/>
      <dgm:t>
        <a:bodyPr/>
        <a:lstStyle/>
        <a:p>
          <a:pPr algn="just"/>
          <a:r>
            <a:rPr lang="en-US" b="0" i="0" baseline="0" dirty="0"/>
            <a:t>Provide real-time updates of queue and token status</a:t>
          </a:r>
          <a:endParaRPr lang="en-US" dirty="0"/>
        </a:p>
      </dgm:t>
    </dgm:pt>
    <dgm:pt modelId="{F8AB0D0A-13DE-4EEE-B938-916CF369F160}" type="parTrans" cxnId="{E08FBAA2-E4AD-49A5-AEFB-8260A1A1E5BA}">
      <dgm:prSet/>
      <dgm:spPr/>
      <dgm:t>
        <a:bodyPr/>
        <a:lstStyle/>
        <a:p>
          <a:endParaRPr lang="en-US"/>
        </a:p>
      </dgm:t>
    </dgm:pt>
    <dgm:pt modelId="{8D65D567-7294-4EB0-87FB-3A18784029D1}" type="sibTrans" cxnId="{E08FBAA2-E4AD-49A5-AEFB-8260A1A1E5BA}">
      <dgm:prSet phldrT="2" phldr="0"/>
      <dgm:spPr/>
      <dgm:t>
        <a:bodyPr/>
        <a:lstStyle/>
        <a:p>
          <a:r>
            <a:rPr lang="en-US"/>
            <a:t>2</a:t>
          </a:r>
        </a:p>
      </dgm:t>
    </dgm:pt>
    <dgm:pt modelId="{54818820-B541-4FF0-807A-2102A03469C6}">
      <dgm:prSet/>
      <dgm:spPr/>
      <dgm:t>
        <a:bodyPr/>
        <a:lstStyle/>
        <a:p>
          <a:pPr algn="just"/>
          <a:r>
            <a:rPr lang="en-US" b="0" i="0" baseline="0" dirty="0"/>
            <a:t>Automatically progress the queue as tokens are served</a:t>
          </a:r>
          <a:endParaRPr lang="en-US" dirty="0"/>
        </a:p>
      </dgm:t>
    </dgm:pt>
    <dgm:pt modelId="{8420FDB2-3EF3-493D-8506-995894C99C7C}" type="parTrans" cxnId="{29643AC0-1D67-40CB-BFB6-1C4DECEBB914}">
      <dgm:prSet/>
      <dgm:spPr/>
      <dgm:t>
        <a:bodyPr/>
        <a:lstStyle/>
        <a:p>
          <a:endParaRPr lang="en-US"/>
        </a:p>
      </dgm:t>
    </dgm:pt>
    <dgm:pt modelId="{C1DC5879-10B5-4191-826D-7138C36042F8}" type="sibTrans" cxnId="{29643AC0-1D67-40CB-BFB6-1C4DECEBB914}">
      <dgm:prSet phldrT="3" phldr="0"/>
      <dgm:spPr/>
      <dgm:t>
        <a:bodyPr/>
        <a:lstStyle/>
        <a:p>
          <a:r>
            <a:rPr lang="en-US"/>
            <a:t>3</a:t>
          </a:r>
        </a:p>
      </dgm:t>
    </dgm:pt>
    <dgm:pt modelId="{7B2C920C-B54D-4D4C-B90A-219CB817AF2E}">
      <dgm:prSet/>
      <dgm:spPr/>
      <dgm:t>
        <a:bodyPr/>
        <a:lstStyle/>
        <a:p>
          <a:pPr algn="just"/>
          <a:r>
            <a:rPr lang="en-US" b="0" i="0" baseline="0" dirty="0"/>
            <a:t>Enable counter monitoring for staff and administrators</a:t>
          </a:r>
          <a:endParaRPr lang="en-US" dirty="0"/>
        </a:p>
      </dgm:t>
    </dgm:pt>
    <dgm:pt modelId="{47F7DD76-F0EC-4122-B94C-6799BF616D4E}" type="parTrans" cxnId="{A087D078-3433-4EA0-9F1D-75860A9F98EB}">
      <dgm:prSet/>
      <dgm:spPr/>
      <dgm:t>
        <a:bodyPr/>
        <a:lstStyle/>
        <a:p>
          <a:endParaRPr lang="en-US"/>
        </a:p>
      </dgm:t>
    </dgm:pt>
    <dgm:pt modelId="{727E0B18-7F93-4FCD-B8EF-D1A82C58895F}" type="sibTrans" cxnId="{A087D078-3433-4EA0-9F1D-75860A9F98EB}">
      <dgm:prSet phldrT="4" phldr="0"/>
      <dgm:spPr/>
      <dgm:t>
        <a:bodyPr/>
        <a:lstStyle/>
        <a:p>
          <a:r>
            <a:rPr lang="en-US"/>
            <a:t>4</a:t>
          </a:r>
        </a:p>
      </dgm:t>
    </dgm:pt>
    <dgm:pt modelId="{23D1C3BE-B5AD-4914-9505-3B3A2B266201}">
      <dgm:prSet/>
      <dgm:spPr/>
      <dgm:t>
        <a:bodyPr/>
        <a:lstStyle/>
        <a:p>
          <a:pPr algn="just"/>
          <a:r>
            <a:rPr lang="en-US" b="0" i="0" baseline="0" dirty="0"/>
            <a:t>Ensure data persistence for all queue and transaction records</a:t>
          </a:r>
          <a:endParaRPr lang="en-US" dirty="0"/>
        </a:p>
      </dgm:t>
    </dgm:pt>
    <dgm:pt modelId="{0B950933-06EF-467C-A0FC-D5E748C98D68}" type="parTrans" cxnId="{DB61C790-F0C3-4800-9D38-C8C82374217A}">
      <dgm:prSet/>
      <dgm:spPr/>
      <dgm:t>
        <a:bodyPr/>
        <a:lstStyle/>
        <a:p>
          <a:endParaRPr lang="en-US"/>
        </a:p>
      </dgm:t>
    </dgm:pt>
    <dgm:pt modelId="{6F5F5C2A-59DC-4608-B351-D6B805423F37}" type="sibTrans" cxnId="{DB61C790-F0C3-4800-9D38-C8C82374217A}">
      <dgm:prSet phldrT="5" phldr="0"/>
      <dgm:spPr/>
      <dgm:t>
        <a:bodyPr/>
        <a:lstStyle/>
        <a:p>
          <a:r>
            <a:rPr lang="en-US"/>
            <a:t>5</a:t>
          </a:r>
        </a:p>
      </dgm:t>
    </dgm:pt>
    <dgm:pt modelId="{78A9FE6B-ABA4-4E90-AA7C-D769BD39D181}" type="pres">
      <dgm:prSet presAssocID="{66DDAEBE-250D-4F8F-8D10-6444CBD917C9}" presName="Name0" presStyleCnt="0">
        <dgm:presLayoutVars>
          <dgm:animLvl val="lvl"/>
          <dgm:resizeHandles val="exact"/>
        </dgm:presLayoutVars>
      </dgm:prSet>
      <dgm:spPr/>
    </dgm:pt>
    <dgm:pt modelId="{77E2327B-4A14-4891-B0C4-2A099065A6D3}" type="pres">
      <dgm:prSet presAssocID="{A49515A7-A527-41B3-904E-C9240BE74923}" presName="compositeNode" presStyleCnt="0">
        <dgm:presLayoutVars>
          <dgm:bulletEnabled val="1"/>
        </dgm:presLayoutVars>
      </dgm:prSet>
      <dgm:spPr/>
    </dgm:pt>
    <dgm:pt modelId="{C8140239-01A7-4ED0-891F-8848EC66A0C4}" type="pres">
      <dgm:prSet presAssocID="{A49515A7-A527-41B3-904E-C9240BE74923}" presName="bgRect" presStyleLbl="bgAccFollowNode1" presStyleIdx="0" presStyleCnt="5"/>
      <dgm:spPr/>
    </dgm:pt>
    <dgm:pt modelId="{C820ADE1-DDF7-43F7-9A2E-D58AC2CBCD14}" type="pres">
      <dgm:prSet presAssocID="{8490BE36-AC7D-4EAB-886D-54ADA3084C24}" presName="sibTransNodeCircle" presStyleLbl="alignNode1" presStyleIdx="0" presStyleCnt="10">
        <dgm:presLayoutVars>
          <dgm:chMax val="0"/>
          <dgm:bulletEnabled/>
        </dgm:presLayoutVars>
      </dgm:prSet>
      <dgm:spPr/>
    </dgm:pt>
    <dgm:pt modelId="{96E03C56-A4C5-4899-A250-93543F326E41}" type="pres">
      <dgm:prSet presAssocID="{A49515A7-A527-41B3-904E-C9240BE74923}" presName="bottomLine" presStyleLbl="alignNode1" presStyleIdx="1" presStyleCnt="10">
        <dgm:presLayoutVars/>
      </dgm:prSet>
      <dgm:spPr/>
    </dgm:pt>
    <dgm:pt modelId="{B29A403C-0538-491C-BFF5-74E02044CA9A}" type="pres">
      <dgm:prSet presAssocID="{A49515A7-A527-41B3-904E-C9240BE74923}" presName="nodeText" presStyleLbl="bgAccFollowNode1" presStyleIdx="0" presStyleCnt="5">
        <dgm:presLayoutVars>
          <dgm:bulletEnabled val="1"/>
        </dgm:presLayoutVars>
      </dgm:prSet>
      <dgm:spPr/>
    </dgm:pt>
    <dgm:pt modelId="{7CE02041-93DD-415D-9D43-9390B66CE09B}" type="pres">
      <dgm:prSet presAssocID="{8490BE36-AC7D-4EAB-886D-54ADA3084C24}" presName="sibTrans" presStyleCnt="0"/>
      <dgm:spPr/>
    </dgm:pt>
    <dgm:pt modelId="{B845CB4D-4119-4BD1-BDE8-90416A01BD81}" type="pres">
      <dgm:prSet presAssocID="{F7EDC002-FBE9-49F4-96CA-D013A76092A6}" presName="compositeNode" presStyleCnt="0">
        <dgm:presLayoutVars>
          <dgm:bulletEnabled val="1"/>
        </dgm:presLayoutVars>
      </dgm:prSet>
      <dgm:spPr/>
    </dgm:pt>
    <dgm:pt modelId="{8EA17664-9921-4525-867C-EE635626D838}" type="pres">
      <dgm:prSet presAssocID="{F7EDC002-FBE9-49F4-96CA-D013A76092A6}" presName="bgRect" presStyleLbl="bgAccFollowNode1" presStyleIdx="1" presStyleCnt="5"/>
      <dgm:spPr/>
    </dgm:pt>
    <dgm:pt modelId="{B0FF35FC-5F98-4779-9AB1-BB6A0874406A}" type="pres">
      <dgm:prSet presAssocID="{8D65D567-7294-4EB0-87FB-3A18784029D1}" presName="sibTransNodeCircle" presStyleLbl="alignNode1" presStyleIdx="2" presStyleCnt="10">
        <dgm:presLayoutVars>
          <dgm:chMax val="0"/>
          <dgm:bulletEnabled/>
        </dgm:presLayoutVars>
      </dgm:prSet>
      <dgm:spPr/>
    </dgm:pt>
    <dgm:pt modelId="{088CE852-5C88-456F-97B2-3780C9C6616D}" type="pres">
      <dgm:prSet presAssocID="{F7EDC002-FBE9-49F4-96CA-D013A76092A6}" presName="bottomLine" presStyleLbl="alignNode1" presStyleIdx="3" presStyleCnt="10">
        <dgm:presLayoutVars/>
      </dgm:prSet>
      <dgm:spPr/>
    </dgm:pt>
    <dgm:pt modelId="{414A2221-5E62-411F-BB2B-FE0697013C16}" type="pres">
      <dgm:prSet presAssocID="{F7EDC002-FBE9-49F4-96CA-D013A76092A6}" presName="nodeText" presStyleLbl="bgAccFollowNode1" presStyleIdx="1" presStyleCnt="5">
        <dgm:presLayoutVars>
          <dgm:bulletEnabled val="1"/>
        </dgm:presLayoutVars>
      </dgm:prSet>
      <dgm:spPr/>
    </dgm:pt>
    <dgm:pt modelId="{968C4599-E5C0-4627-912F-447C06EE28D8}" type="pres">
      <dgm:prSet presAssocID="{8D65D567-7294-4EB0-87FB-3A18784029D1}" presName="sibTrans" presStyleCnt="0"/>
      <dgm:spPr/>
    </dgm:pt>
    <dgm:pt modelId="{E7CA2957-B3AE-44E5-94C2-BCA14E775A74}" type="pres">
      <dgm:prSet presAssocID="{54818820-B541-4FF0-807A-2102A03469C6}" presName="compositeNode" presStyleCnt="0">
        <dgm:presLayoutVars>
          <dgm:bulletEnabled val="1"/>
        </dgm:presLayoutVars>
      </dgm:prSet>
      <dgm:spPr/>
    </dgm:pt>
    <dgm:pt modelId="{33E3073A-B98D-42A0-9D89-EA9D1AD684E8}" type="pres">
      <dgm:prSet presAssocID="{54818820-B541-4FF0-807A-2102A03469C6}" presName="bgRect" presStyleLbl="bgAccFollowNode1" presStyleIdx="2" presStyleCnt="5"/>
      <dgm:spPr/>
    </dgm:pt>
    <dgm:pt modelId="{CA28D010-4B9D-405D-9476-3C600DE4DBCC}" type="pres">
      <dgm:prSet presAssocID="{C1DC5879-10B5-4191-826D-7138C36042F8}" presName="sibTransNodeCircle" presStyleLbl="alignNode1" presStyleIdx="4" presStyleCnt="10">
        <dgm:presLayoutVars>
          <dgm:chMax val="0"/>
          <dgm:bulletEnabled/>
        </dgm:presLayoutVars>
      </dgm:prSet>
      <dgm:spPr/>
    </dgm:pt>
    <dgm:pt modelId="{C827ED4D-BD9F-4BAB-9538-472D73B189F0}" type="pres">
      <dgm:prSet presAssocID="{54818820-B541-4FF0-807A-2102A03469C6}" presName="bottomLine" presStyleLbl="alignNode1" presStyleIdx="5" presStyleCnt="10">
        <dgm:presLayoutVars/>
      </dgm:prSet>
      <dgm:spPr/>
    </dgm:pt>
    <dgm:pt modelId="{83833B42-B4F7-44BD-BA0C-B0044DE529C2}" type="pres">
      <dgm:prSet presAssocID="{54818820-B541-4FF0-807A-2102A03469C6}" presName="nodeText" presStyleLbl="bgAccFollowNode1" presStyleIdx="2" presStyleCnt="5">
        <dgm:presLayoutVars>
          <dgm:bulletEnabled val="1"/>
        </dgm:presLayoutVars>
      </dgm:prSet>
      <dgm:spPr/>
    </dgm:pt>
    <dgm:pt modelId="{0A9FCDBA-304F-45D2-93EE-437061654046}" type="pres">
      <dgm:prSet presAssocID="{C1DC5879-10B5-4191-826D-7138C36042F8}" presName="sibTrans" presStyleCnt="0"/>
      <dgm:spPr/>
    </dgm:pt>
    <dgm:pt modelId="{17851131-019E-4AF0-8622-05B989D51C05}" type="pres">
      <dgm:prSet presAssocID="{7B2C920C-B54D-4D4C-B90A-219CB817AF2E}" presName="compositeNode" presStyleCnt="0">
        <dgm:presLayoutVars>
          <dgm:bulletEnabled val="1"/>
        </dgm:presLayoutVars>
      </dgm:prSet>
      <dgm:spPr/>
    </dgm:pt>
    <dgm:pt modelId="{0A0EC1A0-28BF-460A-871F-12F240E30629}" type="pres">
      <dgm:prSet presAssocID="{7B2C920C-B54D-4D4C-B90A-219CB817AF2E}" presName="bgRect" presStyleLbl="bgAccFollowNode1" presStyleIdx="3" presStyleCnt="5"/>
      <dgm:spPr/>
    </dgm:pt>
    <dgm:pt modelId="{591986CB-8D64-4BFB-97BD-62F10DE311FB}" type="pres">
      <dgm:prSet presAssocID="{727E0B18-7F93-4FCD-B8EF-D1A82C58895F}" presName="sibTransNodeCircle" presStyleLbl="alignNode1" presStyleIdx="6" presStyleCnt="10">
        <dgm:presLayoutVars>
          <dgm:chMax val="0"/>
          <dgm:bulletEnabled/>
        </dgm:presLayoutVars>
      </dgm:prSet>
      <dgm:spPr/>
    </dgm:pt>
    <dgm:pt modelId="{66F9A03A-5537-4332-8E74-B6975C6212DA}" type="pres">
      <dgm:prSet presAssocID="{7B2C920C-B54D-4D4C-B90A-219CB817AF2E}" presName="bottomLine" presStyleLbl="alignNode1" presStyleIdx="7" presStyleCnt="10">
        <dgm:presLayoutVars/>
      </dgm:prSet>
      <dgm:spPr/>
    </dgm:pt>
    <dgm:pt modelId="{BDA313AE-361D-4B93-B235-59479321C7FB}" type="pres">
      <dgm:prSet presAssocID="{7B2C920C-B54D-4D4C-B90A-219CB817AF2E}" presName="nodeText" presStyleLbl="bgAccFollowNode1" presStyleIdx="3" presStyleCnt="5">
        <dgm:presLayoutVars>
          <dgm:bulletEnabled val="1"/>
        </dgm:presLayoutVars>
      </dgm:prSet>
      <dgm:spPr/>
    </dgm:pt>
    <dgm:pt modelId="{A07DDF6F-9013-4491-9049-DCA70A10F148}" type="pres">
      <dgm:prSet presAssocID="{727E0B18-7F93-4FCD-B8EF-D1A82C58895F}" presName="sibTrans" presStyleCnt="0"/>
      <dgm:spPr/>
    </dgm:pt>
    <dgm:pt modelId="{B13BA3E9-3FC8-4321-9146-8B04092E0B03}" type="pres">
      <dgm:prSet presAssocID="{23D1C3BE-B5AD-4914-9505-3B3A2B266201}" presName="compositeNode" presStyleCnt="0">
        <dgm:presLayoutVars>
          <dgm:bulletEnabled val="1"/>
        </dgm:presLayoutVars>
      </dgm:prSet>
      <dgm:spPr/>
    </dgm:pt>
    <dgm:pt modelId="{CCF577EF-F494-40AF-B046-969D27C5C628}" type="pres">
      <dgm:prSet presAssocID="{23D1C3BE-B5AD-4914-9505-3B3A2B266201}" presName="bgRect" presStyleLbl="bgAccFollowNode1" presStyleIdx="4" presStyleCnt="5"/>
      <dgm:spPr/>
    </dgm:pt>
    <dgm:pt modelId="{0F561D05-94AD-439A-9EAD-57DAA240FE64}" type="pres">
      <dgm:prSet presAssocID="{6F5F5C2A-59DC-4608-B351-D6B805423F37}" presName="sibTransNodeCircle" presStyleLbl="alignNode1" presStyleIdx="8" presStyleCnt="10">
        <dgm:presLayoutVars>
          <dgm:chMax val="0"/>
          <dgm:bulletEnabled/>
        </dgm:presLayoutVars>
      </dgm:prSet>
      <dgm:spPr/>
    </dgm:pt>
    <dgm:pt modelId="{8EA82CE4-8567-4D7F-898A-00C1CECD67AE}" type="pres">
      <dgm:prSet presAssocID="{23D1C3BE-B5AD-4914-9505-3B3A2B266201}" presName="bottomLine" presStyleLbl="alignNode1" presStyleIdx="9" presStyleCnt="10">
        <dgm:presLayoutVars/>
      </dgm:prSet>
      <dgm:spPr/>
    </dgm:pt>
    <dgm:pt modelId="{CA15AA98-5CDE-458D-93F2-1B9442CEA9E8}" type="pres">
      <dgm:prSet presAssocID="{23D1C3BE-B5AD-4914-9505-3B3A2B266201}" presName="nodeText" presStyleLbl="bgAccFollowNode1" presStyleIdx="4" presStyleCnt="5">
        <dgm:presLayoutVars>
          <dgm:bulletEnabled val="1"/>
        </dgm:presLayoutVars>
      </dgm:prSet>
      <dgm:spPr/>
    </dgm:pt>
  </dgm:ptLst>
  <dgm:cxnLst>
    <dgm:cxn modelId="{41F81604-D918-4D2D-B089-7FDDC7A037C8}" type="presOf" srcId="{6F5F5C2A-59DC-4608-B351-D6B805423F37}" destId="{0F561D05-94AD-439A-9EAD-57DAA240FE64}" srcOrd="0" destOrd="0" presId="urn:microsoft.com/office/officeart/2016/7/layout/BasicLinearProcessNumbered"/>
    <dgm:cxn modelId="{A000E212-75A3-4BDB-9CA8-45643DD2040A}" srcId="{66DDAEBE-250D-4F8F-8D10-6444CBD917C9}" destId="{A49515A7-A527-41B3-904E-C9240BE74923}" srcOrd="0" destOrd="0" parTransId="{181E7294-26EE-4725-9B2F-0E103ACD9724}" sibTransId="{8490BE36-AC7D-4EAB-886D-54ADA3084C24}"/>
    <dgm:cxn modelId="{F41E381F-9421-4982-8FA3-8EF261DC233D}" type="presOf" srcId="{23D1C3BE-B5AD-4914-9505-3B3A2B266201}" destId="{CCF577EF-F494-40AF-B046-969D27C5C628}" srcOrd="0" destOrd="0" presId="urn:microsoft.com/office/officeart/2016/7/layout/BasicLinearProcessNumbered"/>
    <dgm:cxn modelId="{EB450C21-38BE-49AA-8AC0-D9AB98358BDA}" type="presOf" srcId="{C1DC5879-10B5-4191-826D-7138C36042F8}" destId="{CA28D010-4B9D-405D-9476-3C600DE4DBCC}" srcOrd="0" destOrd="0" presId="urn:microsoft.com/office/officeart/2016/7/layout/BasicLinearProcessNumbered"/>
    <dgm:cxn modelId="{F6988535-89CB-49BA-82ED-9CAB2F560C54}" type="presOf" srcId="{54818820-B541-4FF0-807A-2102A03469C6}" destId="{33E3073A-B98D-42A0-9D89-EA9D1AD684E8}" srcOrd="0" destOrd="0" presId="urn:microsoft.com/office/officeart/2016/7/layout/BasicLinearProcessNumbered"/>
    <dgm:cxn modelId="{057DAA3F-35D2-4504-883E-FB0BFBE398F9}" type="presOf" srcId="{66DDAEBE-250D-4F8F-8D10-6444CBD917C9}" destId="{78A9FE6B-ABA4-4E90-AA7C-D769BD39D181}" srcOrd="0" destOrd="0" presId="urn:microsoft.com/office/officeart/2016/7/layout/BasicLinearProcessNumbered"/>
    <dgm:cxn modelId="{327CAE49-0136-48B4-A9E8-7571519C1433}" type="presOf" srcId="{8490BE36-AC7D-4EAB-886D-54ADA3084C24}" destId="{C820ADE1-DDF7-43F7-9A2E-D58AC2CBCD14}" srcOrd="0" destOrd="0" presId="urn:microsoft.com/office/officeart/2016/7/layout/BasicLinearProcessNumbered"/>
    <dgm:cxn modelId="{4DA22B6B-E4C8-4F0D-95AF-FC2B18BE69FD}" type="presOf" srcId="{F7EDC002-FBE9-49F4-96CA-D013A76092A6}" destId="{8EA17664-9921-4525-867C-EE635626D838}" srcOrd="0" destOrd="0" presId="urn:microsoft.com/office/officeart/2016/7/layout/BasicLinearProcessNumbered"/>
    <dgm:cxn modelId="{E637D771-4668-4846-8346-8285E294A72C}" type="presOf" srcId="{7B2C920C-B54D-4D4C-B90A-219CB817AF2E}" destId="{BDA313AE-361D-4B93-B235-59479321C7FB}" srcOrd="1" destOrd="0" presId="urn:microsoft.com/office/officeart/2016/7/layout/BasicLinearProcessNumbered"/>
    <dgm:cxn modelId="{A087D078-3433-4EA0-9F1D-75860A9F98EB}" srcId="{66DDAEBE-250D-4F8F-8D10-6444CBD917C9}" destId="{7B2C920C-B54D-4D4C-B90A-219CB817AF2E}" srcOrd="3" destOrd="0" parTransId="{47F7DD76-F0EC-4122-B94C-6799BF616D4E}" sibTransId="{727E0B18-7F93-4FCD-B8EF-D1A82C58895F}"/>
    <dgm:cxn modelId="{C074AA88-4792-452D-B649-3F8E0209AE4E}" type="presOf" srcId="{23D1C3BE-B5AD-4914-9505-3B3A2B266201}" destId="{CA15AA98-5CDE-458D-93F2-1B9442CEA9E8}" srcOrd="1" destOrd="0" presId="urn:microsoft.com/office/officeart/2016/7/layout/BasicLinearProcessNumbered"/>
    <dgm:cxn modelId="{DB61C790-F0C3-4800-9D38-C8C82374217A}" srcId="{66DDAEBE-250D-4F8F-8D10-6444CBD917C9}" destId="{23D1C3BE-B5AD-4914-9505-3B3A2B266201}" srcOrd="4" destOrd="0" parTransId="{0B950933-06EF-467C-A0FC-D5E748C98D68}" sibTransId="{6F5F5C2A-59DC-4608-B351-D6B805423F37}"/>
    <dgm:cxn modelId="{6504CCA0-2FB8-4725-8360-277FCC357A7B}" type="presOf" srcId="{54818820-B541-4FF0-807A-2102A03469C6}" destId="{83833B42-B4F7-44BD-BA0C-B0044DE529C2}" srcOrd="1" destOrd="0" presId="urn:microsoft.com/office/officeart/2016/7/layout/BasicLinearProcessNumbered"/>
    <dgm:cxn modelId="{E08FBAA2-E4AD-49A5-AEFB-8260A1A1E5BA}" srcId="{66DDAEBE-250D-4F8F-8D10-6444CBD917C9}" destId="{F7EDC002-FBE9-49F4-96CA-D013A76092A6}" srcOrd="1" destOrd="0" parTransId="{F8AB0D0A-13DE-4EEE-B938-916CF369F160}" sibTransId="{8D65D567-7294-4EB0-87FB-3A18784029D1}"/>
    <dgm:cxn modelId="{FE2DF6B6-E69C-4054-A673-26B6A9F28306}" type="presOf" srcId="{7B2C920C-B54D-4D4C-B90A-219CB817AF2E}" destId="{0A0EC1A0-28BF-460A-871F-12F240E30629}" srcOrd="0" destOrd="0" presId="urn:microsoft.com/office/officeart/2016/7/layout/BasicLinearProcessNumbered"/>
    <dgm:cxn modelId="{6C3E39B7-673E-40B7-A391-0FA1D2221C80}" type="presOf" srcId="{8D65D567-7294-4EB0-87FB-3A18784029D1}" destId="{B0FF35FC-5F98-4779-9AB1-BB6A0874406A}" srcOrd="0" destOrd="0" presId="urn:microsoft.com/office/officeart/2016/7/layout/BasicLinearProcessNumbered"/>
    <dgm:cxn modelId="{29643AC0-1D67-40CB-BFB6-1C4DECEBB914}" srcId="{66DDAEBE-250D-4F8F-8D10-6444CBD917C9}" destId="{54818820-B541-4FF0-807A-2102A03469C6}" srcOrd="2" destOrd="0" parTransId="{8420FDB2-3EF3-493D-8506-995894C99C7C}" sibTransId="{C1DC5879-10B5-4191-826D-7138C36042F8}"/>
    <dgm:cxn modelId="{692A86C4-22DD-4C23-95E8-1BE9322BDD98}" type="presOf" srcId="{F7EDC002-FBE9-49F4-96CA-D013A76092A6}" destId="{414A2221-5E62-411F-BB2B-FE0697013C16}" srcOrd="1" destOrd="0" presId="urn:microsoft.com/office/officeart/2016/7/layout/BasicLinearProcessNumbered"/>
    <dgm:cxn modelId="{EDB7B8D4-E74D-4DB4-AEEB-A0271140A9E4}" type="presOf" srcId="{727E0B18-7F93-4FCD-B8EF-D1A82C58895F}" destId="{591986CB-8D64-4BFB-97BD-62F10DE311FB}" srcOrd="0" destOrd="0" presId="urn:microsoft.com/office/officeart/2016/7/layout/BasicLinearProcessNumbered"/>
    <dgm:cxn modelId="{2A3968E4-C0B0-4E6D-80F0-89AF994F2224}" type="presOf" srcId="{A49515A7-A527-41B3-904E-C9240BE74923}" destId="{C8140239-01A7-4ED0-891F-8848EC66A0C4}" srcOrd="0" destOrd="0" presId="urn:microsoft.com/office/officeart/2016/7/layout/BasicLinearProcessNumbered"/>
    <dgm:cxn modelId="{314728FD-505D-448F-A18E-4A73B76760F3}" type="presOf" srcId="{A49515A7-A527-41B3-904E-C9240BE74923}" destId="{B29A403C-0538-491C-BFF5-74E02044CA9A}" srcOrd="1" destOrd="0" presId="urn:microsoft.com/office/officeart/2016/7/layout/BasicLinearProcessNumbered"/>
    <dgm:cxn modelId="{D2FA4AB6-BECD-48CE-8D51-262E17C1D876}" type="presParOf" srcId="{78A9FE6B-ABA4-4E90-AA7C-D769BD39D181}" destId="{77E2327B-4A14-4891-B0C4-2A099065A6D3}" srcOrd="0" destOrd="0" presId="urn:microsoft.com/office/officeart/2016/7/layout/BasicLinearProcessNumbered"/>
    <dgm:cxn modelId="{F9D970DD-AB09-4AF7-A5D6-BFC4A566371B}" type="presParOf" srcId="{77E2327B-4A14-4891-B0C4-2A099065A6D3}" destId="{C8140239-01A7-4ED0-891F-8848EC66A0C4}" srcOrd="0" destOrd="0" presId="urn:microsoft.com/office/officeart/2016/7/layout/BasicLinearProcessNumbered"/>
    <dgm:cxn modelId="{189F3DD7-9E1B-4EA1-A36A-3FE22B5E4CE8}" type="presParOf" srcId="{77E2327B-4A14-4891-B0C4-2A099065A6D3}" destId="{C820ADE1-DDF7-43F7-9A2E-D58AC2CBCD14}" srcOrd="1" destOrd="0" presId="urn:microsoft.com/office/officeart/2016/7/layout/BasicLinearProcessNumbered"/>
    <dgm:cxn modelId="{B0E54D67-7537-4BEF-B018-23D6C1034ECF}" type="presParOf" srcId="{77E2327B-4A14-4891-B0C4-2A099065A6D3}" destId="{96E03C56-A4C5-4899-A250-93543F326E41}" srcOrd="2" destOrd="0" presId="urn:microsoft.com/office/officeart/2016/7/layout/BasicLinearProcessNumbered"/>
    <dgm:cxn modelId="{031D6FC6-971F-420D-9617-137AF3BC6D76}" type="presParOf" srcId="{77E2327B-4A14-4891-B0C4-2A099065A6D3}" destId="{B29A403C-0538-491C-BFF5-74E02044CA9A}" srcOrd="3" destOrd="0" presId="urn:microsoft.com/office/officeart/2016/7/layout/BasicLinearProcessNumbered"/>
    <dgm:cxn modelId="{308FF95C-1D1F-4027-B47C-104060D93C28}" type="presParOf" srcId="{78A9FE6B-ABA4-4E90-AA7C-D769BD39D181}" destId="{7CE02041-93DD-415D-9D43-9390B66CE09B}" srcOrd="1" destOrd="0" presId="urn:microsoft.com/office/officeart/2016/7/layout/BasicLinearProcessNumbered"/>
    <dgm:cxn modelId="{346669ED-E43B-4EDB-B7AB-6FED1361AF78}" type="presParOf" srcId="{78A9FE6B-ABA4-4E90-AA7C-D769BD39D181}" destId="{B845CB4D-4119-4BD1-BDE8-90416A01BD81}" srcOrd="2" destOrd="0" presId="urn:microsoft.com/office/officeart/2016/7/layout/BasicLinearProcessNumbered"/>
    <dgm:cxn modelId="{C4244335-2BEA-40BB-86FC-FB0BF2F2C975}" type="presParOf" srcId="{B845CB4D-4119-4BD1-BDE8-90416A01BD81}" destId="{8EA17664-9921-4525-867C-EE635626D838}" srcOrd="0" destOrd="0" presId="urn:microsoft.com/office/officeart/2016/7/layout/BasicLinearProcessNumbered"/>
    <dgm:cxn modelId="{C62F7BC4-A257-404E-A10C-8AA85451BB1B}" type="presParOf" srcId="{B845CB4D-4119-4BD1-BDE8-90416A01BD81}" destId="{B0FF35FC-5F98-4779-9AB1-BB6A0874406A}" srcOrd="1" destOrd="0" presId="urn:microsoft.com/office/officeart/2016/7/layout/BasicLinearProcessNumbered"/>
    <dgm:cxn modelId="{5F3B6D8E-89C0-41C5-98E8-5D20738FDC94}" type="presParOf" srcId="{B845CB4D-4119-4BD1-BDE8-90416A01BD81}" destId="{088CE852-5C88-456F-97B2-3780C9C6616D}" srcOrd="2" destOrd="0" presId="urn:microsoft.com/office/officeart/2016/7/layout/BasicLinearProcessNumbered"/>
    <dgm:cxn modelId="{05410B53-FB5C-45BC-9282-FA391EE5E680}" type="presParOf" srcId="{B845CB4D-4119-4BD1-BDE8-90416A01BD81}" destId="{414A2221-5E62-411F-BB2B-FE0697013C16}" srcOrd="3" destOrd="0" presId="urn:microsoft.com/office/officeart/2016/7/layout/BasicLinearProcessNumbered"/>
    <dgm:cxn modelId="{C5DF0762-C7E4-4EE8-83CA-AC5C7C3346EE}" type="presParOf" srcId="{78A9FE6B-ABA4-4E90-AA7C-D769BD39D181}" destId="{968C4599-E5C0-4627-912F-447C06EE28D8}" srcOrd="3" destOrd="0" presId="urn:microsoft.com/office/officeart/2016/7/layout/BasicLinearProcessNumbered"/>
    <dgm:cxn modelId="{EDA9279D-11F0-4AA0-993D-86E314E5DA58}" type="presParOf" srcId="{78A9FE6B-ABA4-4E90-AA7C-D769BD39D181}" destId="{E7CA2957-B3AE-44E5-94C2-BCA14E775A74}" srcOrd="4" destOrd="0" presId="urn:microsoft.com/office/officeart/2016/7/layout/BasicLinearProcessNumbered"/>
    <dgm:cxn modelId="{CF5D38AC-09B2-4073-BB35-79471C96C18D}" type="presParOf" srcId="{E7CA2957-B3AE-44E5-94C2-BCA14E775A74}" destId="{33E3073A-B98D-42A0-9D89-EA9D1AD684E8}" srcOrd="0" destOrd="0" presId="urn:microsoft.com/office/officeart/2016/7/layout/BasicLinearProcessNumbered"/>
    <dgm:cxn modelId="{140C116F-1475-4EF4-9782-019AF6655872}" type="presParOf" srcId="{E7CA2957-B3AE-44E5-94C2-BCA14E775A74}" destId="{CA28D010-4B9D-405D-9476-3C600DE4DBCC}" srcOrd="1" destOrd="0" presId="urn:microsoft.com/office/officeart/2016/7/layout/BasicLinearProcessNumbered"/>
    <dgm:cxn modelId="{E80E2967-0057-4003-B41D-588791F1A49F}" type="presParOf" srcId="{E7CA2957-B3AE-44E5-94C2-BCA14E775A74}" destId="{C827ED4D-BD9F-4BAB-9538-472D73B189F0}" srcOrd="2" destOrd="0" presId="urn:microsoft.com/office/officeart/2016/7/layout/BasicLinearProcessNumbered"/>
    <dgm:cxn modelId="{7537505D-7DD5-4A4B-95F6-62784DD17A58}" type="presParOf" srcId="{E7CA2957-B3AE-44E5-94C2-BCA14E775A74}" destId="{83833B42-B4F7-44BD-BA0C-B0044DE529C2}" srcOrd="3" destOrd="0" presId="urn:microsoft.com/office/officeart/2016/7/layout/BasicLinearProcessNumbered"/>
    <dgm:cxn modelId="{E77607CE-636D-4797-B0EC-88EDC3A43473}" type="presParOf" srcId="{78A9FE6B-ABA4-4E90-AA7C-D769BD39D181}" destId="{0A9FCDBA-304F-45D2-93EE-437061654046}" srcOrd="5" destOrd="0" presId="urn:microsoft.com/office/officeart/2016/7/layout/BasicLinearProcessNumbered"/>
    <dgm:cxn modelId="{1B28F314-5E58-44DC-A3FF-1D3BC3EC10EC}" type="presParOf" srcId="{78A9FE6B-ABA4-4E90-AA7C-D769BD39D181}" destId="{17851131-019E-4AF0-8622-05B989D51C05}" srcOrd="6" destOrd="0" presId="urn:microsoft.com/office/officeart/2016/7/layout/BasicLinearProcessNumbered"/>
    <dgm:cxn modelId="{0C8C5F9F-31BC-4B9D-A7D0-F57A58CE44B8}" type="presParOf" srcId="{17851131-019E-4AF0-8622-05B989D51C05}" destId="{0A0EC1A0-28BF-460A-871F-12F240E30629}" srcOrd="0" destOrd="0" presId="urn:microsoft.com/office/officeart/2016/7/layout/BasicLinearProcessNumbered"/>
    <dgm:cxn modelId="{476D200A-763A-4A48-891A-F937EE0D9924}" type="presParOf" srcId="{17851131-019E-4AF0-8622-05B989D51C05}" destId="{591986CB-8D64-4BFB-97BD-62F10DE311FB}" srcOrd="1" destOrd="0" presId="urn:microsoft.com/office/officeart/2016/7/layout/BasicLinearProcessNumbered"/>
    <dgm:cxn modelId="{64456E0C-C5C4-4E67-A42D-3268709010E5}" type="presParOf" srcId="{17851131-019E-4AF0-8622-05B989D51C05}" destId="{66F9A03A-5537-4332-8E74-B6975C6212DA}" srcOrd="2" destOrd="0" presId="urn:microsoft.com/office/officeart/2016/7/layout/BasicLinearProcessNumbered"/>
    <dgm:cxn modelId="{B0EB018E-1FBD-47DB-BE1E-73448F46489C}" type="presParOf" srcId="{17851131-019E-4AF0-8622-05B989D51C05}" destId="{BDA313AE-361D-4B93-B235-59479321C7FB}" srcOrd="3" destOrd="0" presId="urn:microsoft.com/office/officeart/2016/7/layout/BasicLinearProcessNumbered"/>
    <dgm:cxn modelId="{6578558B-1DDF-4825-91EE-7AA0822CC027}" type="presParOf" srcId="{78A9FE6B-ABA4-4E90-AA7C-D769BD39D181}" destId="{A07DDF6F-9013-4491-9049-DCA70A10F148}" srcOrd="7" destOrd="0" presId="urn:microsoft.com/office/officeart/2016/7/layout/BasicLinearProcessNumbered"/>
    <dgm:cxn modelId="{A23F7D3E-1B0D-4981-92E0-6B6C03F4FD9C}" type="presParOf" srcId="{78A9FE6B-ABA4-4E90-AA7C-D769BD39D181}" destId="{B13BA3E9-3FC8-4321-9146-8B04092E0B03}" srcOrd="8" destOrd="0" presId="urn:microsoft.com/office/officeart/2016/7/layout/BasicLinearProcessNumbered"/>
    <dgm:cxn modelId="{579CC7C7-F405-4D0A-9098-F0433BA02E4C}" type="presParOf" srcId="{B13BA3E9-3FC8-4321-9146-8B04092E0B03}" destId="{CCF577EF-F494-40AF-B046-969D27C5C628}" srcOrd="0" destOrd="0" presId="urn:microsoft.com/office/officeart/2016/7/layout/BasicLinearProcessNumbered"/>
    <dgm:cxn modelId="{454BB8D5-CAB5-4201-B256-D9471F50CE04}" type="presParOf" srcId="{B13BA3E9-3FC8-4321-9146-8B04092E0B03}" destId="{0F561D05-94AD-439A-9EAD-57DAA240FE64}" srcOrd="1" destOrd="0" presId="urn:microsoft.com/office/officeart/2016/7/layout/BasicLinearProcessNumbered"/>
    <dgm:cxn modelId="{192DBC0E-F34A-4C8C-9545-B6DD7F03122F}" type="presParOf" srcId="{B13BA3E9-3FC8-4321-9146-8B04092E0B03}" destId="{8EA82CE4-8567-4D7F-898A-00C1CECD67AE}" srcOrd="2" destOrd="0" presId="urn:microsoft.com/office/officeart/2016/7/layout/BasicLinearProcessNumbered"/>
    <dgm:cxn modelId="{8334C3F1-27F5-4B73-9CF6-B439BA4642E0}" type="presParOf" srcId="{B13BA3E9-3FC8-4321-9146-8B04092E0B03}" destId="{CA15AA98-5CDE-458D-93F2-1B9442CEA9E8}"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6DDE3B6-DD6E-4E89-8E87-5F1C7AD394D6}" type="doc">
      <dgm:prSet loTypeId="urn:microsoft.com/office/officeart/2018/2/layout/IconLabelList" loCatId="icon" qsTypeId="urn:microsoft.com/office/officeart/2005/8/quickstyle/simple1" qsCatId="simple" csTypeId="urn:microsoft.com/office/officeart/2018/5/colors/Iconchunking_neutralicon_accent2_2" csCatId="accent2" phldr="1"/>
      <dgm:spPr/>
      <dgm:t>
        <a:bodyPr/>
        <a:lstStyle/>
        <a:p>
          <a:endParaRPr lang="en-US"/>
        </a:p>
      </dgm:t>
    </dgm:pt>
    <dgm:pt modelId="{BBC84C95-FA99-4C55-A8E0-5038FB098608}">
      <dgm:prSet/>
      <dgm:spPr/>
      <dgm:t>
        <a:bodyPr/>
        <a:lstStyle/>
        <a:p>
          <a:pPr algn="just">
            <a:lnSpc>
              <a:spcPct val="100000"/>
            </a:lnSpc>
          </a:pPr>
          <a:r>
            <a:rPr lang="en-US" i="0" baseline="0" dirty="0"/>
            <a:t>High Performance: System should handle multiple concurrent users with minimal response time</a:t>
          </a:r>
          <a:endParaRPr lang="en-US" dirty="0"/>
        </a:p>
      </dgm:t>
    </dgm:pt>
    <dgm:pt modelId="{91F4FC6D-3B0A-4E18-9A7D-78572CB97A8C}" type="parTrans" cxnId="{40012F60-E063-403E-A3EE-E93CD33EEE33}">
      <dgm:prSet/>
      <dgm:spPr/>
      <dgm:t>
        <a:bodyPr/>
        <a:lstStyle/>
        <a:p>
          <a:endParaRPr lang="en-US"/>
        </a:p>
      </dgm:t>
    </dgm:pt>
    <dgm:pt modelId="{23199EB0-9ED9-4457-85CB-1CE227BC6852}" type="sibTrans" cxnId="{40012F60-E063-403E-A3EE-E93CD33EEE33}">
      <dgm:prSet/>
      <dgm:spPr/>
      <dgm:t>
        <a:bodyPr/>
        <a:lstStyle/>
        <a:p>
          <a:endParaRPr lang="en-US"/>
        </a:p>
      </dgm:t>
    </dgm:pt>
    <dgm:pt modelId="{FE2F8664-9E31-48C5-BE30-95294B44217C}">
      <dgm:prSet/>
      <dgm:spPr/>
      <dgm:t>
        <a:bodyPr/>
        <a:lstStyle/>
        <a:p>
          <a:pPr algn="just">
            <a:lnSpc>
              <a:spcPct val="100000"/>
            </a:lnSpc>
          </a:pPr>
          <a:r>
            <a:rPr lang="en-US" i="0" baseline="0" dirty="0"/>
            <a:t>Reliability: Ensure consistent operation with minimal downtime and accurate data handling</a:t>
          </a:r>
          <a:endParaRPr lang="en-US" dirty="0"/>
        </a:p>
      </dgm:t>
    </dgm:pt>
    <dgm:pt modelId="{9B9E01E9-C590-41C6-A6CB-38119BE21748}" type="parTrans" cxnId="{46292E0B-0147-4567-A8F0-91D0A2BFAF90}">
      <dgm:prSet/>
      <dgm:spPr/>
      <dgm:t>
        <a:bodyPr/>
        <a:lstStyle/>
        <a:p>
          <a:endParaRPr lang="en-US"/>
        </a:p>
      </dgm:t>
    </dgm:pt>
    <dgm:pt modelId="{93DFECAC-F3E9-4F14-8C18-4A97D8477DDF}" type="sibTrans" cxnId="{46292E0B-0147-4567-A8F0-91D0A2BFAF90}">
      <dgm:prSet/>
      <dgm:spPr/>
      <dgm:t>
        <a:bodyPr/>
        <a:lstStyle/>
        <a:p>
          <a:endParaRPr lang="en-US"/>
        </a:p>
      </dgm:t>
    </dgm:pt>
    <dgm:pt modelId="{6CEC1A28-A9AA-419A-97C8-E20AEDE5B555}">
      <dgm:prSet/>
      <dgm:spPr/>
      <dgm:t>
        <a:bodyPr/>
        <a:lstStyle/>
        <a:p>
          <a:pPr algn="just">
            <a:lnSpc>
              <a:spcPct val="100000"/>
            </a:lnSpc>
          </a:pPr>
          <a:r>
            <a:rPr lang="en-US" i="0" baseline="0" dirty="0"/>
            <a:t>Scalability: Support increasing users, counters, and queues without performance degradation</a:t>
          </a:r>
          <a:endParaRPr lang="en-US" dirty="0"/>
        </a:p>
      </dgm:t>
    </dgm:pt>
    <dgm:pt modelId="{1F92870F-B8C3-4656-AAE9-9D9FC9BA419D}" type="parTrans" cxnId="{E25804FA-004C-4989-AE5C-A8FB72158518}">
      <dgm:prSet/>
      <dgm:spPr/>
      <dgm:t>
        <a:bodyPr/>
        <a:lstStyle/>
        <a:p>
          <a:endParaRPr lang="en-US"/>
        </a:p>
      </dgm:t>
    </dgm:pt>
    <dgm:pt modelId="{35F0D018-85FA-469E-986B-32E23AA9F4BF}" type="sibTrans" cxnId="{E25804FA-004C-4989-AE5C-A8FB72158518}">
      <dgm:prSet/>
      <dgm:spPr/>
      <dgm:t>
        <a:bodyPr/>
        <a:lstStyle/>
        <a:p>
          <a:endParaRPr lang="en-US"/>
        </a:p>
      </dgm:t>
    </dgm:pt>
    <dgm:pt modelId="{982CFDE1-BF01-4A0F-9C38-3BE661F36912}">
      <dgm:prSet/>
      <dgm:spPr/>
      <dgm:t>
        <a:bodyPr/>
        <a:lstStyle/>
        <a:p>
          <a:pPr algn="just">
            <a:lnSpc>
              <a:spcPct val="100000"/>
            </a:lnSpc>
          </a:pPr>
          <a:r>
            <a:rPr lang="en-US" i="0" baseline="0" dirty="0"/>
            <a:t>Usability: Provide an intuitive and easy-to-use interface for all user roles</a:t>
          </a:r>
          <a:endParaRPr lang="en-US" dirty="0"/>
        </a:p>
      </dgm:t>
    </dgm:pt>
    <dgm:pt modelId="{85A42C18-BBD5-4E20-937B-F414201F0909}" type="parTrans" cxnId="{BD0801BE-A844-48AA-BC32-A5DCFC9D8B07}">
      <dgm:prSet/>
      <dgm:spPr/>
      <dgm:t>
        <a:bodyPr/>
        <a:lstStyle/>
        <a:p>
          <a:endParaRPr lang="en-US"/>
        </a:p>
      </dgm:t>
    </dgm:pt>
    <dgm:pt modelId="{7FD2D49D-1CF1-4F11-8BCF-928465D641D1}" type="sibTrans" cxnId="{BD0801BE-A844-48AA-BC32-A5DCFC9D8B07}">
      <dgm:prSet/>
      <dgm:spPr/>
      <dgm:t>
        <a:bodyPr/>
        <a:lstStyle/>
        <a:p>
          <a:endParaRPr lang="en-US"/>
        </a:p>
      </dgm:t>
    </dgm:pt>
    <dgm:pt modelId="{ACA4E967-2CE7-4000-8205-E2FF34146AB1}">
      <dgm:prSet/>
      <dgm:spPr/>
      <dgm:t>
        <a:bodyPr/>
        <a:lstStyle/>
        <a:p>
          <a:pPr algn="just">
            <a:lnSpc>
              <a:spcPct val="100000"/>
            </a:lnSpc>
          </a:pPr>
          <a:r>
            <a:rPr lang="en-US" i="0" baseline="0" dirty="0"/>
            <a:t>Maintainability: Enable easy updates, debugging, and system enhancements</a:t>
          </a:r>
          <a:endParaRPr lang="en-US" dirty="0"/>
        </a:p>
      </dgm:t>
    </dgm:pt>
    <dgm:pt modelId="{EED22163-A4B7-455A-B7CA-B75CBDF5AAD1}" type="parTrans" cxnId="{86081862-5B90-4745-833F-D5F608BC5E92}">
      <dgm:prSet/>
      <dgm:spPr/>
      <dgm:t>
        <a:bodyPr/>
        <a:lstStyle/>
        <a:p>
          <a:endParaRPr lang="en-US"/>
        </a:p>
      </dgm:t>
    </dgm:pt>
    <dgm:pt modelId="{DEC93D5E-C89B-438A-82D0-6BEAE70C2336}" type="sibTrans" cxnId="{86081862-5B90-4745-833F-D5F608BC5E92}">
      <dgm:prSet/>
      <dgm:spPr/>
      <dgm:t>
        <a:bodyPr/>
        <a:lstStyle/>
        <a:p>
          <a:endParaRPr lang="en-US"/>
        </a:p>
      </dgm:t>
    </dgm:pt>
    <dgm:pt modelId="{F47AB65A-EDB3-4494-AF05-C811CE6CED65}" type="pres">
      <dgm:prSet presAssocID="{A6DDE3B6-DD6E-4E89-8E87-5F1C7AD394D6}" presName="root" presStyleCnt="0">
        <dgm:presLayoutVars>
          <dgm:dir/>
          <dgm:resizeHandles val="exact"/>
        </dgm:presLayoutVars>
      </dgm:prSet>
      <dgm:spPr/>
    </dgm:pt>
    <dgm:pt modelId="{2E32423F-1B11-4659-A2CC-96214560BB10}" type="pres">
      <dgm:prSet presAssocID="{BBC84C95-FA99-4C55-A8E0-5038FB098608}" presName="compNode" presStyleCnt="0"/>
      <dgm:spPr/>
    </dgm:pt>
    <dgm:pt modelId="{C6CD44F6-6A7E-4FDC-8FDC-91BC98B027BC}" type="pres">
      <dgm:prSet presAssocID="{BBC84C95-FA99-4C55-A8E0-5038FB09860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opwatch"/>
        </a:ext>
      </dgm:extLst>
    </dgm:pt>
    <dgm:pt modelId="{2B01FDFE-DB3A-42DA-A0C8-06F49A81FD9B}" type="pres">
      <dgm:prSet presAssocID="{BBC84C95-FA99-4C55-A8E0-5038FB098608}" presName="spaceRect" presStyleCnt="0"/>
      <dgm:spPr/>
    </dgm:pt>
    <dgm:pt modelId="{44EFB392-28CF-443C-BB5D-B628501E03EC}" type="pres">
      <dgm:prSet presAssocID="{BBC84C95-FA99-4C55-A8E0-5038FB098608}" presName="textRect" presStyleLbl="revTx" presStyleIdx="0" presStyleCnt="5">
        <dgm:presLayoutVars>
          <dgm:chMax val="1"/>
          <dgm:chPref val="1"/>
        </dgm:presLayoutVars>
      </dgm:prSet>
      <dgm:spPr/>
    </dgm:pt>
    <dgm:pt modelId="{0DA992AD-67E6-42AD-A906-CA7A2911E163}" type="pres">
      <dgm:prSet presAssocID="{23199EB0-9ED9-4457-85CB-1CE227BC6852}" presName="sibTrans" presStyleCnt="0"/>
      <dgm:spPr/>
    </dgm:pt>
    <dgm:pt modelId="{EDAE363E-95EA-4671-8270-C8AEBCCBF245}" type="pres">
      <dgm:prSet presAssocID="{FE2F8664-9E31-48C5-BE30-95294B44217C}" presName="compNode" presStyleCnt="0"/>
      <dgm:spPr/>
    </dgm:pt>
    <dgm:pt modelId="{26088F1D-BCF5-44E0-9691-15D3C422C1DE}" type="pres">
      <dgm:prSet presAssocID="{FE2F8664-9E31-48C5-BE30-95294B44217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81F327B4-EA4E-48A3-8E9B-588045B6FFA7}" type="pres">
      <dgm:prSet presAssocID="{FE2F8664-9E31-48C5-BE30-95294B44217C}" presName="spaceRect" presStyleCnt="0"/>
      <dgm:spPr/>
    </dgm:pt>
    <dgm:pt modelId="{74932B28-BAD9-4C4B-BCA0-C0711560010E}" type="pres">
      <dgm:prSet presAssocID="{FE2F8664-9E31-48C5-BE30-95294B44217C}" presName="textRect" presStyleLbl="revTx" presStyleIdx="1" presStyleCnt="5">
        <dgm:presLayoutVars>
          <dgm:chMax val="1"/>
          <dgm:chPref val="1"/>
        </dgm:presLayoutVars>
      </dgm:prSet>
      <dgm:spPr/>
    </dgm:pt>
    <dgm:pt modelId="{7FEC4634-D4BE-4EE9-A1DC-3E8C3E2BE793}" type="pres">
      <dgm:prSet presAssocID="{93DFECAC-F3E9-4F14-8C18-4A97D8477DDF}" presName="sibTrans" presStyleCnt="0"/>
      <dgm:spPr/>
    </dgm:pt>
    <dgm:pt modelId="{AFE15ECD-C711-4A8E-8467-C14B709F4565}" type="pres">
      <dgm:prSet presAssocID="{6CEC1A28-A9AA-419A-97C8-E20AEDE5B555}" presName="compNode" presStyleCnt="0"/>
      <dgm:spPr/>
    </dgm:pt>
    <dgm:pt modelId="{341C90D9-AFD0-4045-8518-765FD1A5DEF8}" type="pres">
      <dgm:prSet presAssocID="{6CEC1A28-A9AA-419A-97C8-E20AEDE5B55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Flowchart"/>
        </a:ext>
      </dgm:extLst>
    </dgm:pt>
    <dgm:pt modelId="{6B96B8C5-BBB2-4F5C-AA0B-9338DE28A0D1}" type="pres">
      <dgm:prSet presAssocID="{6CEC1A28-A9AA-419A-97C8-E20AEDE5B555}" presName="spaceRect" presStyleCnt="0"/>
      <dgm:spPr/>
    </dgm:pt>
    <dgm:pt modelId="{D509D4F7-6496-434F-859F-3FBA67597A4C}" type="pres">
      <dgm:prSet presAssocID="{6CEC1A28-A9AA-419A-97C8-E20AEDE5B555}" presName="textRect" presStyleLbl="revTx" presStyleIdx="2" presStyleCnt="5">
        <dgm:presLayoutVars>
          <dgm:chMax val="1"/>
          <dgm:chPref val="1"/>
        </dgm:presLayoutVars>
      </dgm:prSet>
      <dgm:spPr/>
    </dgm:pt>
    <dgm:pt modelId="{6BC5CACF-13F4-4F99-B5C4-2BBFFE3771A4}" type="pres">
      <dgm:prSet presAssocID="{35F0D018-85FA-469E-986B-32E23AA9F4BF}" presName="sibTrans" presStyleCnt="0"/>
      <dgm:spPr/>
    </dgm:pt>
    <dgm:pt modelId="{45C6BE36-CB76-4973-8DF3-3F339A871E59}" type="pres">
      <dgm:prSet presAssocID="{982CFDE1-BF01-4A0F-9C38-3BE661F36912}" presName="compNode" presStyleCnt="0"/>
      <dgm:spPr/>
    </dgm:pt>
    <dgm:pt modelId="{FE9369FC-D410-4114-83BA-0F941859DA1D}" type="pres">
      <dgm:prSet presAssocID="{982CFDE1-BF01-4A0F-9C38-3BE661F3691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Web Design"/>
        </a:ext>
      </dgm:extLst>
    </dgm:pt>
    <dgm:pt modelId="{14139A37-1E52-49AD-8D18-0BFFA92F5CC4}" type="pres">
      <dgm:prSet presAssocID="{982CFDE1-BF01-4A0F-9C38-3BE661F36912}" presName="spaceRect" presStyleCnt="0"/>
      <dgm:spPr/>
    </dgm:pt>
    <dgm:pt modelId="{D5CD4835-3954-4A6A-B50D-A155EF3880A2}" type="pres">
      <dgm:prSet presAssocID="{982CFDE1-BF01-4A0F-9C38-3BE661F36912}" presName="textRect" presStyleLbl="revTx" presStyleIdx="3" presStyleCnt="5">
        <dgm:presLayoutVars>
          <dgm:chMax val="1"/>
          <dgm:chPref val="1"/>
        </dgm:presLayoutVars>
      </dgm:prSet>
      <dgm:spPr/>
    </dgm:pt>
    <dgm:pt modelId="{0D364C9A-0892-476F-9F62-274A35920FC2}" type="pres">
      <dgm:prSet presAssocID="{7FD2D49D-1CF1-4F11-8BCF-928465D641D1}" presName="sibTrans" presStyleCnt="0"/>
      <dgm:spPr/>
    </dgm:pt>
    <dgm:pt modelId="{3A249FBB-1E1F-4792-B799-521653C86FA3}" type="pres">
      <dgm:prSet presAssocID="{ACA4E967-2CE7-4000-8205-E2FF34146AB1}" presName="compNode" presStyleCnt="0"/>
      <dgm:spPr/>
    </dgm:pt>
    <dgm:pt modelId="{3F79B62E-E6B8-4A64-9C9F-90E292480777}" type="pres">
      <dgm:prSet presAssocID="{ACA4E967-2CE7-4000-8205-E2FF34146AB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ears"/>
        </a:ext>
      </dgm:extLst>
    </dgm:pt>
    <dgm:pt modelId="{6493DE71-B1DF-4102-9904-A208DF5D16FE}" type="pres">
      <dgm:prSet presAssocID="{ACA4E967-2CE7-4000-8205-E2FF34146AB1}" presName="spaceRect" presStyleCnt="0"/>
      <dgm:spPr/>
    </dgm:pt>
    <dgm:pt modelId="{7D8E9946-306F-445B-9419-67F3B5D5496E}" type="pres">
      <dgm:prSet presAssocID="{ACA4E967-2CE7-4000-8205-E2FF34146AB1}" presName="textRect" presStyleLbl="revTx" presStyleIdx="4" presStyleCnt="5">
        <dgm:presLayoutVars>
          <dgm:chMax val="1"/>
          <dgm:chPref val="1"/>
        </dgm:presLayoutVars>
      </dgm:prSet>
      <dgm:spPr/>
    </dgm:pt>
  </dgm:ptLst>
  <dgm:cxnLst>
    <dgm:cxn modelId="{46292E0B-0147-4567-A8F0-91D0A2BFAF90}" srcId="{A6DDE3B6-DD6E-4E89-8E87-5F1C7AD394D6}" destId="{FE2F8664-9E31-48C5-BE30-95294B44217C}" srcOrd="1" destOrd="0" parTransId="{9B9E01E9-C590-41C6-A6CB-38119BE21748}" sibTransId="{93DFECAC-F3E9-4F14-8C18-4A97D8477DDF}"/>
    <dgm:cxn modelId="{08218D21-86AB-4A08-94E1-75AD3773AA73}" type="presOf" srcId="{ACA4E967-2CE7-4000-8205-E2FF34146AB1}" destId="{7D8E9946-306F-445B-9419-67F3B5D5496E}" srcOrd="0" destOrd="0" presId="urn:microsoft.com/office/officeart/2018/2/layout/IconLabelList"/>
    <dgm:cxn modelId="{40012F60-E063-403E-A3EE-E93CD33EEE33}" srcId="{A6DDE3B6-DD6E-4E89-8E87-5F1C7AD394D6}" destId="{BBC84C95-FA99-4C55-A8E0-5038FB098608}" srcOrd="0" destOrd="0" parTransId="{91F4FC6D-3B0A-4E18-9A7D-78572CB97A8C}" sibTransId="{23199EB0-9ED9-4457-85CB-1CE227BC6852}"/>
    <dgm:cxn modelId="{86081862-5B90-4745-833F-D5F608BC5E92}" srcId="{A6DDE3B6-DD6E-4E89-8E87-5F1C7AD394D6}" destId="{ACA4E967-2CE7-4000-8205-E2FF34146AB1}" srcOrd="4" destOrd="0" parTransId="{EED22163-A4B7-455A-B7CA-B75CBDF5AAD1}" sibTransId="{DEC93D5E-C89B-438A-82D0-6BEAE70C2336}"/>
    <dgm:cxn modelId="{76A9F96E-6316-4107-AD55-858CAB02CF9A}" type="presOf" srcId="{A6DDE3B6-DD6E-4E89-8E87-5F1C7AD394D6}" destId="{F47AB65A-EDB3-4494-AF05-C811CE6CED65}" srcOrd="0" destOrd="0" presId="urn:microsoft.com/office/officeart/2018/2/layout/IconLabelList"/>
    <dgm:cxn modelId="{6B90E078-B959-4335-A18B-B79F99E37CB8}" type="presOf" srcId="{BBC84C95-FA99-4C55-A8E0-5038FB098608}" destId="{44EFB392-28CF-443C-BB5D-B628501E03EC}" srcOrd="0" destOrd="0" presId="urn:microsoft.com/office/officeart/2018/2/layout/IconLabelList"/>
    <dgm:cxn modelId="{E85538B2-27A1-4837-9FEC-710821E76535}" type="presOf" srcId="{FE2F8664-9E31-48C5-BE30-95294B44217C}" destId="{74932B28-BAD9-4C4B-BCA0-C0711560010E}" srcOrd="0" destOrd="0" presId="urn:microsoft.com/office/officeart/2018/2/layout/IconLabelList"/>
    <dgm:cxn modelId="{96BDF9BA-F5E7-4799-83BC-73974BCA28F0}" type="presOf" srcId="{982CFDE1-BF01-4A0F-9C38-3BE661F36912}" destId="{D5CD4835-3954-4A6A-B50D-A155EF3880A2}" srcOrd="0" destOrd="0" presId="urn:microsoft.com/office/officeart/2018/2/layout/IconLabelList"/>
    <dgm:cxn modelId="{BD0801BE-A844-48AA-BC32-A5DCFC9D8B07}" srcId="{A6DDE3B6-DD6E-4E89-8E87-5F1C7AD394D6}" destId="{982CFDE1-BF01-4A0F-9C38-3BE661F36912}" srcOrd="3" destOrd="0" parTransId="{85A42C18-BBD5-4E20-937B-F414201F0909}" sibTransId="{7FD2D49D-1CF1-4F11-8BCF-928465D641D1}"/>
    <dgm:cxn modelId="{913229E1-BA4B-468D-A1D3-160E5C070A56}" type="presOf" srcId="{6CEC1A28-A9AA-419A-97C8-E20AEDE5B555}" destId="{D509D4F7-6496-434F-859F-3FBA67597A4C}" srcOrd="0" destOrd="0" presId="urn:microsoft.com/office/officeart/2018/2/layout/IconLabelList"/>
    <dgm:cxn modelId="{E25804FA-004C-4989-AE5C-A8FB72158518}" srcId="{A6DDE3B6-DD6E-4E89-8E87-5F1C7AD394D6}" destId="{6CEC1A28-A9AA-419A-97C8-E20AEDE5B555}" srcOrd="2" destOrd="0" parTransId="{1F92870F-B8C3-4656-AAE9-9D9FC9BA419D}" sibTransId="{35F0D018-85FA-469E-986B-32E23AA9F4BF}"/>
    <dgm:cxn modelId="{6FAAD808-315B-4A11-9476-0E98FEF4AC06}" type="presParOf" srcId="{F47AB65A-EDB3-4494-AF05-C811CE6CED65}" destId="{2E32423F-1B11-4659-A2CC-96214560BB10}" srcOrd="0" destOrd="0" presId="urn:microsoft.com/office/officeart/2018/2/layout/IconLabelList"/>
    <dgm:cxn modelId="{E80198C1-DADE-4506-AFE3-CE95F789DD47}" type="presParOf" srcId="{2E32423F-1B11-4659-A2CC-96214560BB10}" destId="{C6CD44F6-6A7E-4FDC-8FDC-91BC98B027BC}" srcOrd="0" destOrd="0" presId="urn:microsoft.com/office/officeart/2018/2/layout/IconLabelList"/>
    <dgm:cxn modelId="{78519E52-42E6-4C34-B29A-A5DBF4AA4946}" type="presParOf" srcId="{2E32423F-1B11-4659-A2CC-96214560BB10}" destId="{2B01FDFE-DB3A-42DA-A0C8-06F49A81FD9B}" srcOrd="1" destOrd="0" presId="urn:microsoft.com/office/officeart/2018/2/layout/IconLabelList"/>
    <dgm:cxn modelId="{444D67BF-4E70-4F63-A5A7-F2E2F47687FA}" type="presParOf" srcId="{2E32423F-1B11-4659-A2CC-96214560BB10}" destId="{44EFB392-28CF-443C-BB5D-B628501E03EC}" srcOrd="2" destOrd="0" presId="urn:microsoft.com/office/officeart/2018/2/layout/IconLabelList"/>
    <dgm:cxn modelId="{E85B8D1B-EB3D-4DD9-878C-F9CAFAEF6E9E}" type="presParOf" srcId="{F47AB65A-EDB3-4494-AF05-C811CE6CED65}" destId="{0DA992AD-67E6-42AD-A906-CA7A2911E163}" srcOrd="1" destOrd="0" presId="urn:microsoft.com/office/officeart/2018/2/layout/IconLabelList"/>
    <dgm:cxn modelId="{F617C163-D3CF-4C3F-AB6A-5CA616678CA8}" type="presParOf" srcId="{F47AB65A-EDB3-4494-AF05-C811CE6CED65}" destId="{EDAE363E-95EA-4671-8270-C8AEBCCBF245}" srcOrd="2" destOrd="0" presId="urn:microsoft.com/office/officeart/2018/2/layout/IconLabelList"/>
    <dgm:cxn modelId="{FC6C4615-E915-4685-A86F-8264E24D5F6C}" type="presParOf" srcId="{EDAE363E-95EA-4671-8270-C8AEBCCBF245}" destId="{26088F1D-BCF5-44E0-9691-15D3C422C1DE}" srcOrd="0" destOrd="0" presId="urn:microsoft.com/office/officeart/2018/2/layout/IconLabelList"/>
    <dgm:cxn modelId="{EB0C6836-C4ED-46A5-8AEC-6C1F39AEE62A}" type="presParOf" srcId="{EDAE363E-95EA-4671-8270-C8AEBCCBF245}" destId="{81F327B4-EA4E-48A3-8E9B-588045B6FFA7}" srcOrd="1" destOrd="0" presId="urn:microsoft.com/office/officeart/2018/2/layout/IconLabelList"/>
    <dgm:cxn modelId="{3A3A27FF-3354-4A1D-BA19-2A24A83B7EB0}" type="presParOf" srcId="{EDAE363E-95EA-4671-8270-C8AEBCCBF245}" destId="{74932B28-BAD9-4C4B-BCA0-C0711560010E}" srcOrd="2" destOrd="0" presId="urn:microsoft.com/office/officeart/2018/2/layout/IconLabelList"/>
    <dgm:cxn modelId="{66A30337-FCA6-4266-8E05-C8DB16845D15}" type="presParOf" srcId="{F47AB65A-EDB3-4494-AF05-C811CE6CED65}" destId="{7FEC4634-D4BE-4EE9-A1DC-3E8C3E2BE793}" srcOrd="3" destOrd="0" presId="urn:microsoft.com/office/officeart/2018/2/layout/IconLabelList"/>
    <dgm:cxn modelId="{EBB394BE-119C-4D02-A5FF-E63C9446C731}" type="presParOf" srcId="{F47AB65A-EDB3-4494-AF05-C811CE6CED65}" destId="{AFE15ECD-C711-4A8E-8467-C14B709F4565}" srcOrd="4" destOrd="0" presId="urn:microsoft.com/office/officeart/2018/2/layout/IconLabelList"/>
    <dgm:cxn modelId="{8981D04F-4BF6-4F6C-985A-5B65D7E784DC}" type="presParOf" srcId="{AFE15ECD-C711-4A8E-8467-C14B709F4565}" destId="{341C90D9-AFD0-4045-8518-765FD1A5DEF8}" srcOrd="0" destOrd="0" presId="urn:microsoft.com/office/officeart/2018/2/layout/IconLabelList"/>
    <dgm:cxn modelId="{0787F403-954C-4992-82BD-CAFBA97C6B4F}" type="presParOf" srcId="{AFE15ECD-C711-4A8E-8467-C14B709F4565}" destId="{6B96B8C5-BBB2-4F5C-AA0B-9338DE28A0D1}" srcOrd="1" destOrd="0" presId="urn:microsoft.com/office/officeart/2018/2/layout/IconLabelList"/>
    <dgm:cxn modelId="{1A77DB09-209F-4B53-8A5E-F3E0DDB48254}" type="presParOf" srcId="{AFE15ECD-C711-4A8E-8467-C14B709F4565}" destId="{D509D4F7-6496-434F-859F-3FBA67597A4C}" srcOrd="2" destOrd="0" presId="urn:microsoft.com/office/officeart/2018/2/layout/IconLabelList"/>
    <dgm:cxn modelId="{B0861573-20DF-471F-9AA4-E7FEAE023325}" type="presParOf" srcId="{F47AB65A-EDB3-4494-AF05-C811CE6CED65}" destId="{6BC5CACF-13F4-4F99-B5C4-2BBFFE3771A4}" srcOrd="5" destOrd="0" presId="urn:microsoft.com/office/officeart/2018/2/layout/IconLabelList"/>
    <dgm:cxn modelId="{E7278E58-D91D-4ABF-9251-9F39DF34642C}" type="presParOf" srcId="{F47AB65A-EDB3-4494-AF05-C811CE6CED65}" destId="{45C6BE36-CB76-4973-8DF3-3F339A871E59}" srcOrd="6" destOrd="0" presId="urn:microsoft.com/office/officeart/2018/2/layout/IconLabelList"/>
    <dgm:cxn modelId="{3AC0311C-05B7-4E5E-BB7B-E6285349B06E}" type="presParOf" srcId="{45C6BE36-CB76-4973-8DF3-3F339A871E59}" destId="{FE9369FC-D410-4114-83BA-0F941859DA1D}" srcOrd="0" destOrd="0" presId="urn:microsoft.com/office/officeart/2018/2/layout/IconLabelList"/>
    <dgm:cxn modelId="{16C9D2AD-1134-4CA7-BFAF-CA26C6839CAF}" type="presParOf" srcId="{45C6BE36-CB76-4973-8DF3-3F339A871E59}" destId="{14139A37-1E52-49AD-8D18-0BFFA92F5CC4}" srcOrd="1" destOrd="0" presId="urn:microsoft.com/office/officeart/2018/2/layout/IconLabelList"/>
    <dgm:cxn modelId="{7E011D0D-FCF4-45FF-856F-F0CB1BF279BE}" type="presParOf" srcId="{45C6BE36-CB76-4973-8DF3-3F339A871E59}" destId="{D5CD4835-3954-4A6A-B50D-A155EF3880A2}" srcOrd="2" destOrd="0" presId="urn:microsoft.com/office/officeart/2018/2/layout/IconLabelList"/>
    <dgm:cxn modelId="{4D478441-7037-4323-9CCF-56B853529CAE}" type="presParOf" srcId="{F47AB65A-EDB3-4494-AF05-C811CE6CED65}" destId="{0D364C9A-0892-476F-9F62-274A35920FC2}" srcOrd="7" destOrd="0" presId="urn:microsoft.com/office/officeart/2018/2/layout/IconLabelList"/>
    <dgm:cxn modelId="{B42B2241-9C81-4500-A051-C2AB56AB03E7}" type="presParOf" srcId="{F47AB65A-EDB3-4494-AF05-C811CE6CED65}" destId="{3A249FBB-1E1F-4792-B799-521653C86FA3}" srcOrd="8" destOrd="0" presId="urn:microsoft.com/office/officeart/2018/2/layout/IconLabelList"/>
    <dgm:cxn modelId="{2D8FF7EB-E977-4B42-9C92-4590258B24CD}" type="presParOf" srcId="{3A249FBB-1E1F-4792-B799-521653C86FA3}" destId="{3F79B62E-E6B8-4A64-9C9F-90E292480777}" srcOrd="0" destOrd="0" presId="urn:microsoft.com/office/officeart/2018/2/layout/IconLabelList"/>
    <dgm:cxn modelId="{EE1C6F7B-87CB-4A8C-A404-8E85CA158463}" type="presParOf" srcId="{3A249FBB-1E1F-4792-B799-521653C86FA3}" destId="{6493DE71-B1DF-4102-9904-A208DF5D16FE}" srcOrd="1" destOrd="0" presId="urn:microsoft.com/office/officeart/2018/2/layout/IconLabelList"/>
    <dgm:cxn modelId="{6F2189CA-2EFB-48CE-BF1F-5B05941FDB8D}" type="presParOf" srcId="{3A249FBB-1E1F-4792-B799-521653C86FA3}" destId="{7D8E9946-306F-445B-9419-67F3B5D5496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DA3AC0-F84E-4C65-A668-8CEA0E3B1437}"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09662A78-CD32-4405-B502-DDC277552DA2}">
      <dgm:prSet/>
      <dgm:spPr/>
      <dgm:t>
        <a:bodyPr/>
        <a:lstStyle/>
        <a:p>
          <a:pPr algn="just">
            <a:lnSpc>
              <a:spcPct val="100000"/>
            </a:lnSpc>
          </a:pPr>
          <a:r>
            <a:rPr lang="en-US" i="0" baseline="0" dirty="0"/>
            <a:t>Token Table: Stores information about issued tokens, including token number, customer details, status, and timestamp.</a:t>
          </a:r>
          <a:endParaRPr lang="en-US" dirty="0"/>
        </a:p>
      </dgm:t>
    </dgm:pt>
    <dgm:pt modelId="{2B5E3BF0-EC1C-42FF-A512-9D4984255F8B}" type="parTrans" cxnId="{BC5AEF33-512B-4D46-93EE-3A83F4044D08}">
      <dgm:prSet/>
      <dgm:spPr/>
      <dgm:t>
        <a:bodyPr/>
        <a:lstStyle/>
        <a:p>
          <a:endParaRPr lang="en-US"/>
        </a:p>
      </dgm:t>
    </dgm:pt>
    <dgm:pt modelId="{FFDCF0A6-C12F-481E-A93A-B4E8D2932BD2}" type="sibTrans" cxnId="{BC5AEF33-512B-4D46-93EE-3A83F4044D08}">
      <dgm:prSet/>
      <dgm:spPr/>
      <dgm:t>
        <a:bodyPr/>
        <a:lstStyle/>
        <a:p>
          <a:pPr>
            <a:lnSpc>
              <a:spcPct val="100000"/>
            </a:lnSpc>
          </a:pPr>
          <a:endParaRPr lang="en-US"/>
        </a:p>
      </dgm:t>
    </dgm:pt>
    <dgm:pt modelId="{AACA56B1-7C7B-49F8-83D2-36DDD1644556}">
      <dgm:prSet/>
      <dgm:spPr/>
      <dgm:t>
        <a:bodyPr/>
        <a:lstStyle/>
        <a:p>
          <a:pPr algn="just">
            <a:lnSpc>
              <a:spcPct val="100000"/>
            </a:lnSpc>
          </a:pPr>
          <a:r>
            <a:rPr lang="en-US" i="0" baseline="0" dirty="0"/>
            <a:t>Counter Table: Maintains details of service counters, assigned staff, and current serving token.</a:t>
          </a:r>
          <a:endParaRPr lang="en-US" dirty="0"/>
        </a:p>
      </dgm:t>
    </dgm:pt>
    <dgm:pt modelId="{BAA36621-5CB2-4721-8BBD-D347E98A541E}" type="parTrans" cxnId="{EDDA5554-FC17-4B59-BD40-55FF59FAE536}">
      <dgm:prSet/>
      <dgm:spPr/>
      <dgm:t>
        <a:bodyPr/>
        <a:lstStyle/>
        <a:p>
          <a:endParaRPr lang="en-US"/>
        </a:p>
      </dgm:t>
    </dgm:pt>
    <dgm:pt modelId="{EF7764AB-EBB7-4DA1-BDB5-0E0EB148BEE5}" type="sibTrans" cxnId="{EDDA5554-FC17-4B59-BD40-55FF59FAE536}">
      <dgm:prSet/>
      <dgm:spPr/>
      <dgm:t>
        <a:bodyPr/>
        <a:lstStyle/>
        <a:p>
          <a:pPr>
            <a:lnSpc>
              <a:spcPct val="100000"/>
            </a:lnSpc>
          </a:pPr>
          <a:endParaRPr lang="en-US"/>
        </a:p>
      </dgm:t>
    </dgm:pt>
    <dgm:pt modelId="{772219EC-0AC0-4652-B7F0-8F10B3AC616E}">
      <dgm:prSet/>
      <dgm:spPr/>
      <dgm:t>
        <a:bodyPr/>
        <a:lstStyle/>
        <a:p>
          <a:pPr algn="just">
            <a:lnSpc>
              <a:spcPct val="100000"/>
            </a:lnSpc>
          </a:pPr>
          <a:r>
            <a:rPr lang="en-US" i="0" baseline="0" dirty="0"/>
            <a:t>Service History Table: Records past transactions and served tokens for monitoring and reporting purposes.</a:t>
          </a:r>
          <a:endParaRPr lang="en-US" dirty="0"/>
        </a:p>
      </dgm:t>
    </dgm:pt>
    <dgm:pt modelId="{4A3BCB5C-2CFD-47DE-B8EF-C18C89278013}" type="parTrans" cxnId="{4CB6A42B-9A62-47C6-BE32-A80FEE6B31BB}">
      <dgm:prSet/>
      <dgm:spPr/>
      <dgm:t>
        <a:bodyPr/>
        <a:lstStyle/>
        <a:p>
          <a:endParaRPr lang="en-US"/>
        </a:p>
      </dgm:t>
    </dgm:pt>
    <dgm:pt modelId="{B35ED163-2AB8-4F53-8CB6-6D3832BB9EDF}" type="sibTrans" cxnId="{4CB6A42B-9A62-47C6-BE32-A80FEE6B31BB}">
      <dgm:prSet/>
      <dgm:spPr/>
      <dgm:t>
        <a:bodyPr/>
        <a:lstStyle/>
        <a:p>
          <a:pPr>
            <a:lnSpc>
              <a:spcPct val="100000"/>
            </a:lnSpc>
          </a:pPr>
          <a:endParaRPr lang="en-US"/>
        </a:p>
      </dgm:t>
    </dgm:pt>
    <dgm:pt modelId="{88D42D6A-7AC1-4DAB-8164-7753F203079E}">
      <dgm:prSet/>
      <dgm:spPr/>
      <dgm:t>
        <a:bodyPr/>
        <a:lstStyle/>
        <a:p>
          <a:pPr algn="just">
            <a:lnSpc>
              <a:spcPct val="100000"/>
            </a:lnSpc>
          </a:pPr>
          <a:r>
            <a:rPr lang="en-US" i="0" baseline="0" dirty="0"/>
            <a:t>Relational Structure: Tables are linked using primary and foreign keys to maintain data integrity and enable efficient querying across tokens, counters, and service history.</a:t>
          </a:r>
          <a:endParaRPr lang="en-US" dirty="0"/>
        </a:p>
      </dgm:t>
    </dgm:pt>
    <dgm:pt modelId="{CF8EF56F-7DCD-4865-93C0-4B5D7EA502A9}" type="parTrans" cxnId="{2090D5B0-0F8D-44AB-AD9F-81581633B4EF}">
      <dgm:prSet/>
      <dgm:spPr/>
      <dgm:t>
        <a:bodyPr/>
        <a:lstStyle/>
        <a:p>
          <a:endParaRPr lang="en-US"/>
        </a:p>
      </dgm:t>
    </dgm:pt>
    <dgm:pt modelId="{1A1D2578-E1D9-4EE6-92EA-1D491AC157C7}" type="sibTrans" cxnId="{2090D5B0-0F8D-44AB-AD9F-81581633B4EF}">
      <dgm:prSet/>
      <dgm:spPr/>
      <dgm:t>
        <a:bodyPr/>
        <a:lstStyle/>
        <a:p>
          <a:endParaRPr lang="en-US"/>
        </a:p>
      </dgm:t>
    </dgm:pt>
    <dgm:pt modelId="{0BCB6346-CB2A-453E-B0DA-153CF1081805}" type="pres">
      <dgm:prSet presAssocID="{8DDA3AC0-F84E-4C65-A668-8CEA0E3B1437}" presName="root" presStyleCnt="0">
        <dgm:presLayoutVars>
          <dgm:dir/>
          <dgm:resizeHandles val="exact"/>
        </dgm:presLayoutVars>
      </dgm:prSet>
      <dgm:spPr/>
    </dgm:pt>
    <dgm:pt modelId="{793D444F-843B-4008-8F97-D6CABA786E8C}" type="pres">
      <dgm:prSet presAssocID="{8DDA3AC0-F84E-4C65-A668-8CEA0E3B1437}" presName="container" presStyleCnt="0">
        <dgm:presLayoutVars>
          <dgm:dir/>
          <dgm:resizeHandles val="exact"/>
        </dgm:presLayoutVars>
      </dgm:prSet>
      <dgm:spPr/>
    </dgm:pt>
    <dgm:pt modelId="{7BE87474-1163-4FDF-9BBB-13EC0174213B}" type="pres">
      <dgm:prSet presAssocID="{09662A78-CD32-4405-B502-DDC277552DA2}" presName="compNode" presStyleCnt="0"/>
      <dgm:spPr/>
    </dgm:pt>
    <dgm:pt modelId="{3451D737-DD5C-46CD-A4EB-10C1F74419DA}" type="pres">
      <dgm:prSet presAssocID="{09662A78-CD32-4405-B502-DDC277552DA2}" presName="iconBgRect" presStyleLbl="bgShp" presStyleIdx="0" presStyleCnt="4"/>
      <dgm:spPr/>
    </dgm:pt>
    <dgm:pt modelId="{212B4494-498C-42AB-B521-E48132C6AD76}" type="pres">
      <dgm:prSet presAssocID="{09662A78-CD32-4405-B502-DDC277552D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ins"/>
        </a:ext>
      </dgm:extLst>
    </dgm:pt>
    <dgm:pt modelId="{D21D152D-558C-40D8-BDF1-4FD68755F87E}" type="pres">
      <dgm:prSet presAssocID="{09662A78-CD32-4405-B502-DDC277552DA2}" presName="spaceRect" presStyleCnt="0"/>
      <dgm:spPr/>
    </dgm:pt>
    <dgm:pt modelId="{901AFA73-3CBE-4003-B0BD-3BF43C4BC8D0}" type="pres">
      <dgm:prSet presAssocID="{09662A78-CD32-4405-B502-DDC277552DA2}" presName="textRect" presStyleLbl="revTx" presStyleIdx="0" presStyleCnt="4">
        <dgm:presLayoutVars>
          <dgm:chMax val="1"/>
          <dgm:chPref val="1"/>
        </dgm:presLayoutVars>
      </dgm:prSet>
      <dgm:spPr/>
    </dgm:pt>
    <dgm:pt modelId="{9D9B6347-341B-418C-BEED-7070113D1421}" type="pres">
      <dgm:prSet presAssocID="{FFDCF0A6-C12F-481E-A93A-B4E8D2932BD2}" presName="sibTrans" presStyleLbl="sibTrans2D1" presStyleIdx="0" presStyleCnt="0"/>
      <dgm:spPr/>
    </dgm:pt>
    <dgm:pt modelId="{39D03569-D43C-4F35-8643-9590264D4318}" type="pres">
      <dgm:prSet presAssocID="{AACA56B1-7C7B-49F8-83D2-36DDD1644556}" presName="compNode" presStyleCnt="0"/>
      <dgm:spPr/>
    </dgm:pt>
    <dgm:pt modelId="{0F871D40-6A93-4F53-83C0-29631C4B4A0E}" type="pres">
      <dgm:prSet presAssocID="{AACA56B1-7C7B-49F8-83D2-36DDD1644556}" presName="iconBgRect" presStyleLbl="bgShp" presStyleIdx="1" presStyleCnt="4"/>
      <dgm:spPr/>
    </dgm:pt>
    <dgm:pt modelId="{0D832C58-1FCA-43C9-B47C-EDBEF1B6C585}" type="pres">
      <dgm:prSet presAssocID="{AACA56B1-7C7B-49F8-83D2-36DDD164455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allet"/>
        </a:ext>
      </dgm:extLst>
    </dgm:pt>
    <dgm:pt modelId="{D78E8A60-636D-4501-B319-06377B7F9878}" type="pres">
      <dgm:prSet presAssocID="{AACA56B1-7C7B-49F8-83D2-36DDD1644556}" presName="spaceRect" presStyleCnt="0"/>
      <dgm:spPr/>
    </dgm:pt>
    <dgm:pt modelId="{7332E62D-B5CB-4ED4-A7EE-5E791144E2AB}" type="pres">
      <dgm:prSet presAssocID="{AACA56B1-7C7B-49F8-83D2-36DDD1644556}" presName="textRect" presStyleLbl="revTx" presStyleIdx="1" presStyleCnt="4">
        <dgm:presLayoutVars>
          <dgm:chMax val="1"/>
          <dgm:chPref val="1"/>
        </dgm:presLayoutVars>
      </dgm:prSet>
      <dgm:spPr/>
    </dgm:pt>
    <dgm:pt modelId="{FA58E282-BF1C-4117-8FC5-E225374E7EE5}" type="pres">
      <dgm:prSet presAssocID="{EF7764AB-EBB7-4DA1-BDB5-0E0EB148BEE5}" presName="sibTrans" presStyleLbl="sibTrans2D1" presStyleIdx="0" presStyleCnt="0"/>
      <dgm:spPr/>
    </dgm:pt>
    <dgm:pt modelId="{92F64C68-DFBC-43BC-B24B-09AC74D9DF83}" type="pres">
      <dgm:prSet presAssocID="{772219EC-0AC0-4652-B7F0-8F10B3AC616E}" presName="compNode" presStyleCnt="0"/>
      <dgm:spPr/>
    </dgm:pt>
    <dgm:pt modelId="{2FE81659-4A57-45DD-A33F-88E7623693B5}" type="pres">
      <dgm:prSet presAssocID="{772219EC-0AC0-4652-B7F0-8F10B3AC616E}" presName="iconBgRect" presStyleLbl="bgShp" presStyleIdx="2" presStyleCnt="4"/>
      <dgm:spPr/>
    </dgm:pt>
    <dgm:pt modelId="{67E3B07B-0CE8-42EC-BCB7-40E82075C20D}" type="pres">
      <dgm:prSet presAssocID="{772219EC-0AC0-4652-B7F0-8F10B3AC616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redit card"/>
        </a:ext>
      </dgm:extLst>
    </dgm:pt>
    <dgm:pt modelId="{CA0CAF39-DF66-465A-A09B-BA1D531B7BBC}" type="pres">
      <dgm:prSet presAssocID="{772219EC-0AC0-4652-B7F0-8F10B3AC616E}" presName="spaceRect" presStyleCnt="0"/>
      <dgm:spPr/>
    </dgm:pt>
    <dgm:pt modelId="{91A4221E-AB59-4D58-B5B3-B3834C23740E}" type="pres">
      <dgm:prSet presAssocID="{772219EC-0AC0-4652-B7F0-8F10B3AC616E}" presName="textRect" presStyleLbl="revTx" presStyleIdx="2" presStyleCnt="4">
        <dgm:presLayoutVars>
          <dgm:chMax val="1"/>
          <dgm:chPref val="1"/>
        </dgm:presLayoutVars>
      </dgm:prSet>
      <dgm:spPr/>
    </dgm:pt>
    <dgm:pt modelId="{3DEEFB2A-D7DF-44AB-A7F5-98CBC6468CE3}" type="pres">
      <dgm:prSet presAssocID="{B35ED163-2AB8-4F53-8CB6-6D3832BB9EDF}" presName="sibTrans" presStyleLbl="sibTrans2D1" presStyleIdx="0" presStyleCnt="0"/>
      <dgm:spPr/>
    </dgm:pt>
    <dgm:pt modelId="{5DB5B910-FF11-4ACF-88BC-D430692720E0}" type="pres">
      <dgm:prSet presAssocID="{88D42D6A-7AC1-4DAB-8164-7753F203079E}" presName="compNode" presStyleCnt="0"/>
      <dgm:spPr/>
    </dgm:pt>
    <dgm:pt modelId="{9701743E-1747-416F-8BD7-20208E941354}" type="pres">
      <dgm:prSet presAssocID="{88D42D6A-7AC1-4DAB-8164-7753F203079E}" presName="iconBgRect" presStyleLbl="bgShp" presStyleIdx="3" presStyleCnt="4"/>
      <dgm:spPr/>
    </dgm:pt>
    <dgm:pt modelId="{F71EA8CF-CDF1-434F-8077-22C42A276B7E}" type="pres">
      <dgm:prSet presAssocID="{88D42D6A-7AC1-4DAB-8164-7753F203079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Key"/>
        </a:ext>
      </dgm:extLst>
    </dgm:pt>
    <dgm:pt modelId="{6F96F953-74D1-4F55-83F4-DF318C0013C1}" type="pres">
      <dgm:prSet presAssocID="{88D42D6A-7AC1-4DAB-8164-7753F203079E}" presName="spaceRect" presStyleCnt="0"/>
      <dgm:spPr/>
    </dgm:pt>
    <dgm:pt modelId="{AEDF317B-51D3-432C-A90B-FD18A4F173C9}" type="pres">
      <dgm:prSet presAssocID="{88D42D6A-7AC1-4DAB-8164-7753F203079E}" presName="textRect" presStyleLbl="revTx" presStyleIdx="3" presStyleCnt="4">
        <dgm:presLayoutVars>
          <dgm:chMax val="1"/>
          <dgm:chPref val="1"/>
        </dgm:presLayoutVars>
      </dgm:prSet>
      <dgm:spPr/>
    </dgm:pt>
  </dgm:ptLst>
  <dgm:cxnLst>
    <dgm:cxn modelId="{45EE2F1E-996F-4561-BD24-81A6D0EC7535}" type="presOf" srcId="{88D42D6A-7AC1-4DAB-8164-7753F203079E}" destId="{AEDF317B-51D3-432C-A90B-FD18A4F173C9}" srcOrd="0" destOrd="0" presId="urn:microsoft.com/office/officeart/2018/2/layout/IconCircleList"/>
    <dgm:cxn modelId="{076DF91E-85A4-42EB-B67F-DD0C4334ED03}" type="presOf" srcId="{772219EC-0AC0-4652-B7F0-8F10B3AC616E}" destId="{91A4221E-AB59-4D58-B5B3-B3834C23740E}" srcOrd="0" destOrd="0" presId="urn:microsoft.com/office/officeart/2018/2/layout/IconCircleList"/>
    <dgm:cxn modelId="{4CB6A42B-9A62-47C6-BE32-A80FEE6B31BB}" srcId="{8DDA3AC0-F84E-4C65-A668-8CEA0E3B1437}" destId="{772219EC-0AC0-4652-B7F0-8F10B3AC616E}" srcOrd="2" destOrd="0" parTransId="{4A3BCB5C-2CFD-47DE-B8EF-C18C89278013}" sibTransId="{B35ED163-2AB8-4F53-8CB6-6D3832BB9EDF}"/>
    <dgm:cxn modelId="{BC5AEF33-512B-4D46-93EE-3A83F4044D08}" srcId="{8DDA3AC0-F84E-4C65-A668-8CEA0E3B1437}" destId="{09662A78-CD32-4405-B502-DDC277552DA2}" srcOrd="0" destOrd="0" parTransId="{2B5E3BF0-EC1C-42FF-A512-9D4984255F8B}" sibTransId="{FFDCF0A6-C12F-481E-A93A-B4E8D2932BD2}"/>
    <dgm:cxn modelId="{F7E5A66A-4305-4C83-8030-096113559E57}" type="presOf" srcId="{09662A78-CD32-4405-B502-DDC277552DA2}" destId="{901AFA73-3CBE-4003-B0BD-3BF43C4BC8D0}" srcOrd="0" destOrd="0" presId="urn:microsoft.com/office/officeart/2018/2/layout/IconCircleList"/>
    <dgm:cxn modelId="{EDDA5554-FC17-4B59-BD40-55FF59FAE536}" srcId="{8DDA3AC0-F84E-4C65-A668-8CEA0E3B1437}" destId="{AACA56B1-7C7B-49F8-83D2-36DDD1644556}" srcOrd="1" destOrd="0" parTransId="{BAA36621-5CB2-4721-8BBD-D347E98A541E}" sibTransId="{EF7764AB-EBB7-4DA1-BDB5-0E0EB148BEE5}"/>
    <dgm:cxn modelId="{51716958-FB36-4150-8063-2A5840D429FE}" type="presOf" srcId="{FFDCF0A6-C12F-481E-A93A-B4E8D2932BD2}" destId="{9D9B6347-341B-418C-BEED-7070113D1421}" srcOrd="0" destOrd="0" presId="urn:microsoft.com/office/officeart/2018/2/layout/IconCircleList"/>
    <dgm:cxn modelId="{CD468683-DE2E-4760-8283-028D32947395}" type="presOf" srcId="{B35ED163-2AB8-4F53-8CB6-6D3832BB9EDF}" destId="{3DEEFB2A-D7DF-44AB-A7F5-98CBC6468CE3}" srcOrd="0" destOrd="0" presId="urn:microsoft.com/office/officeart/2018/2/layout/IconCircleList"/>
    <dgm:cxn modelId="{2090D5B0-0F8D-44AB-AD9F-81581633B4EF}" srcId="{8DDA3AC0-F84E-4C65-A668-8CEA0E3B1437}" destId="{88D42D6A-7AC1-4DAB-8164-7753F203079E}" srcOrd="3" destOrd="0" parTransId="{CF8EF56F-7DCD-4865-93C0-4B5D7EA502A9}" sibTransId="{1A1D2578-E1D9-4EE6-92EA-1D491AC157C7}"/>
    <dgm:cxn modelId="{34B705B6-E295-46EB-ABE5-0417B2F1A112}" type="presOf" srcId="{EF7764AB-EBB7-4DA1-BDB5-0E0EB148BEE5}" destId="{FA58E282-BF1C-4117-8FC5-E225374E7EE5}" srcOrd="0" destOrd="0" presId="urn:microsoft.com/office/officeart/2018/2/layout/IconCircleList"/>
    <dgm:cxn modelId="{9922F7D8-376E-4B5E-B3E4-A3A42D4642B9}" type="presOf" srcId="{AACA56B1-7C7B-49F8-83D2-36DDD1644556}" destId="{7332E62D-B5CB-4ED4-A7EE-5E791144E2AB}" srcOrd="0" destOrd="0" presId="urn:microsoft.com/office/officeart/2018/2/layout/IconCircleList"/>
    <dgm:cxn modelId="{C7F2D0DF-D5CC-4A6C-AA9F-2D5291B2A7F6}" type="presOf" srcId="{8DDA3AC0-F84E-4C65-A668-8CEA0E3B1437}" destId="{0BCB6346-CB2A-453E-B0DA-153CF1081805}" srcOrd="0" destOrd="0" presId="urn:microsoft.com/office/officeart/2018/2/layout/IconCircleList"/>
    <dgm:cxn modelId="{0AE9389A-99E9-4EC1-AF39-8C61661D0674}" type="presParOf" srcId="{0BCB6346-CB2A-453E-B0DA-153CF1081805}" destId="{793D444F-843B-4008-8F97-D6CABA786E8C}" srcOrd="0" destOrd="0" presId="urn:microsoft.com/office/officeart/2018/2/layout/IconCircleList"/>
    <dgm:cxn modelId="{86361ADD-E258-4828-985B-D35E934FAD36}" type="presParOf" srcId="{793D444F-843B-4008-8F97-D6CABA786E8C}" destId="{7BE87474-1163-4FDF-9BBB-13EC0174213B}" srcOrd="0" destOrd="0" presId="urn:microsoft.com/office/officeart/2018/2/layout/IconCircleList"/>
    <dgm:cxn modelId="{4B81F279-DFDC-4437-8D4C-1440A934AF6B}" type="presParOf" srcId="{7BE87474-1163-4FDF-9BBB-13EC0174213B}" destId="{3451D737-DD5C-46CD-A4EB-10C1F74419DA}" srcOrd="0" destOrd="0" presId="urn:microsoft.com/office/officeart/2018/2/layout/IconCircleList"/>
    <dgm:cxn modelId="{AAA7091E-9044-4ABE-86D1-7680003A7B9E}" type="presParOf" srcId="{7BE87474-1163-4FDF-9BBB-13EC0174213B}" destId="{212B4494-498C-42AB-B521-E48132C6AD76}" srcOrd="1" destOrd="0" presId="urn:microsoft.com/office/officeart/2018/2/layout/IconCircleList"/>
    <dgm:cxn modelId="{3F656B53-4791-42D0-94F5-3BD1A80FE6C6}" type="presParOf" srcId="{7BE87474-1163-4FDF-9BBB-13EC0174213B}" destId="{D21D152D-558C-40D8-BDF1-4FD68755F87E}" srcOrd="2" destOrd="0" presId="urn:microsoft.com/office/officeart/2018/2/layout/IconCircleList"/>
    <dgm:cxn modelId="{A9C7EF84-AB78-4AC2-8306-37F0CDD27663}" type="presParOf" srcId="{7BE87474-1163-4FDF-9BBB-13EC0174213B}" destId="{901AFA73-3CBE-4003-B0BD-3BF43C4BC8D0}" srcOrd="3" destOrd="0" presId="urn:microsoft.com/office/officeart/2018/2/layout/IconCircleList"/>
    <dgm:cxn modelId="{9FC605B8-B3CB-4FB5-9A7B-CC458C2AC5F1}" type="presParOf" srcId="{793D444F-843B-4008-8F97-D6CABA786E8C}" destId="{9D9B6347-341B-418C-BEED-7070113D1421}" srcOrd="1" destOrd="0" presId="urn:microsoft.com/office/officeart/2018/2/layout/IconCircleList"/>
    <dgm:cxn modelId="{CD63C9AE-4098-44D4-93F2-29FD486ED1A2}" type="presParOf" srcId="{793D444F-843B-4008-8F97-D6CABA786E8C}" destId="{39D03569-D43C-4F35-8643-9590264D4318}" srcOrd="2" destOrd="0" presId="urn:microsoft.com/office/officeart/2018/2/layout/IconCircleList"/>
    <dgm:cxn modelId="{4B6DECFF-6C9D-481A-8BA8-7CE71F1D29F9}" type="presParOf" srcId="{39D03569-D43C-4F35-8643-9590264D4318}" destId="{0F871D40-6A93-4F53-83C0-29631C4B4A0E}" srcOrd="0" destOrd="0" presId="urn:microsoft.com/office/officeart/2018/2/layout/IconCircleList"/>
    <dgm:cxn modelId="{097A457F-438F-4124-B072-9244D33C5ADC}" type="presParOf" srcId="{39D03569-D43C-4F35-8643-9590264D4318}" destId="{0D832C58-1FCA-43C9-B47C-EDBEF1B6C585}" srcOrd="1" destOrd="0" presId="urn:microsoft.com/office/officeart/2018/2/layout/IconCircleList"/>
    <dgm:cxn modelId="{0DD7EAAC-9817-442D-9D2B-39AFFC88D9F5}" type="presParOf" srcId="{39D03569-D43C-4F35-8643-9590264D4318}" destId="{D78E8A60-636D-4501-B319-06377B7F9878}" srcOrd="2" destOrd="0" presId="urn:microsoft.com/office/officeart/2018/2/layout/IconCircleList"/>
    <dgm:cxn modelId="{1BED043D-B4DF-4152-93EE-180F90B80306}" type="presParOf" srcId="{39D03569-D43C-4F35-8643-9590264D4318}" destId="{7332E62D-B5CB-4ED4-A7EE-5E791144E2AB}" srcOrd="3" destOrd="0" presId="urn:microsoft.com/office/officeart/2018/2/layout/IconCircleList"/>
    <dgm:cxn modelId="{9D0AE25A-CF56-47E3-8ECE-1721D297A90E}" type="presParOf" srcId="{793D444F-843B-4008-8F97-D6CABA786E8C}" destId="{FA58E282-BF1C-4117-8FC5-E225374E7EE5}" srcOrd="3" destOrd="0" presId="urn:microsoft.com/office/officeart/2018/2/layout/IconCircleList"/>
    <dgm:cxn modelId="{C1883333-06A2-4BDE-B3BD-6A2C9D1B0058}" type="presParOf" srcId="{793D444F-843B-4008-8F97-D6CABA786E8C}" destId="{92F64C68-DFBC-43BC-B24B-09AC74D9DF83}" srcOrd="4" destOrd="0" presId="urn:microsoft.com/office/officeart/2018/2/layout/IconCircleList"/>
    <dgm:cxn modelId="{142684C5-9530-46A7-8885-FE4B47573E25}" type="presParOf" srcId="{92F64C68-DFBC-43BC-B24B-09AC74D9DF83}" destId="{2FE81659-4A57-45DD-A33F-88E7623693B5}" srcOrd="0" destOrd="0" presId="urn:microsoft.com/office/officeart/2018/2/layout/IconCircleList"/>
    <dgm:cxn modelId="{26EC9CED-925E-47B2-AFF9-EDF20713AE4B}" type="presParOf" srcId="{92F64C68-DFBC-43BC-B24B-09AC74D9DF83}" destId="{67E3B07B-0CE8-42EC-BCB7-40E82075C20D}" srcOrd="1" destOrd="0" presId="urn:microsoft.com/office/officeart/2018/2/layout/IconCircleList"/>
    <dgm:cxn modelId="{32545D5B-A620-4160-B9EF-A5D18374A0E7}" type="presParOf" srcId="{92F64C68-DFBC-43BC-B24B-09AC74D9DF83}" destId="{CA0CAF39-DF66-465A-A09B-BA1D531B7BBC}" srcOrd="2" destOrd="0" presId="urn:microsoft.com/office/officeart/2018/2/layout/IconCircleList"/>
    <dgm:cxn modelId="{56B5E23D-A1D3-4E6B-845D-AA5C1033F475}" type="presParOf" srcId="{92F64C68-DFBC-43BC-B24B-09AC74D9DF83}" destId="{91A4221E-AB59-4D58-B5B3-B3834C23740E}" srcOrd="3" destOrd="0" presId="urn:microsoft.com/office/officeart/2018/2/layout/IconCircleList"/>
    <dgm:cxn modelId="{ACCF2056-81F4-467E-8D0A-D2C280664394}" type="presParOf" srcId="{793D444F-843B-4008-8F97-D6CABA786E8C}" destId="{3DEEFB2A-D7DF-44AB-A7F5-98CBC6468CE3}" srcOrd="5" destOrd="0" presId="urn:microsoft.com/office/officeart/2018/2/layout/IconCircleList"/>
    <dgm:cxn modelId="{81FBDBB8-808E-48F1-A6EE-C1FAD937FEF6}" type="presParOf" srcId="{793D444F-843B-4008-8F97-D6CABA786E8C}" destId="{5DB5B910-FF11-4ACF-88BC-D430692720E0}" srcOrd="6" destOrd="0" presId="urn:microsoft.com/office/officeart/2018/2/layout/IconCircleList"/>
    <dgm:cxn modelId="{062AAEDD-2BD3-4833-AEDE-FFC0C8221E48}" type="presParOf" srcId="{5DB5B910-FF11-4ACF-88BC-D430692720E0}" destId="{9701743E-1747-416F-8BD7-20208E941354}" srcOrd="0" destOrd="0" presId="urn:microsoft.com/office/officeart/2018/2/layout/IconCircleList"/>
    <dgm:cxn modelId="{531A93DE-1AFE-42A1-B2F1-2FB7F949FA28}" type="presParOf" srcId="{5DB5B910-FF11-4ACF-88BC-D430692720E0}" destId="{F71EA8CF-CDF1-434F-8077-22C42A276B7E}" srcOrd="1" destOrd="0" presId="urn:microsoft.com/office/officeart/2018/2/layout/IconCircleList"/>
    <dgm:cxn modelId="{5636BBE1-5405-44AE-8CF7-4A19C7DBA1C4}" type="presParOf" srcId="{5DB5B910-FF11-4ACF-88BC-D430692720E0}" destId="{6F96F953-74D1-4F55-83F4-DF318C0013C1}" srcOrd="2" destOrd="0" presId="urn:microsoft.com/office/officeart/2018/2/layout/IconCircleList"/>
    <dgm:cxn modelId="{15A99AC5-4CE0-4D07-95C3-56F1867A62AE}" type="presParOf" srcId="{5DB5B910-FF11-4ACF-88BC-D430692720E0}" destId="{AEDF317B-51D3-432C-A90B-FD18A4F173C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0E4F4F-49AE-401E-BA1B-9B5F817884E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3CB5DDCB-B933-4EEC-8870-2C3A4A89FD3A}">
      <dgm:prSet/>
      <dgm:spPr/>
      <dgm:t>
        <a:bodyPr/>
        <a:lstStyle/>
        <a:p>
          <a:pPr>
            <a:lnSpc>
              <a:spcPct val="100000"/>
            </a:lnSpc>
          </a:pPr>
          <a:r>
            <a:rPr lang="en-US" b="1" i="0" baseline="0"/>
            <a:t>Mobile App &amp; Notifications</a:t>
          </a:r>
          <a:r>
            <a:rPr lang="en-US" b="0" i="0" baseline="0"/>
            <a:t> – Native apps with real-time push alerts for queue and appointment updates.</a:t>
          </a:r>
          <a:endParaRPr lang="en-US"/>
        </a:p>
      </dgm:t>
    </dgm:pt>
    <dgm:pt modelId="{665B679F-F40B-4C22-92DF-C3FA63088B32}" type="parTrans" cxnId="{5FA25E86-D6C3-4949-B437-8D3B4EEC477F}">
      <dgm:prSet/>
      <dgm:spPr/>
      <dgm:t>
        <a:bodyPr/>
        <a:lstStyle/>
        <a:p>
          <a:endParaRPr lang="en-US"/>
        </a:p>
      </dgm:t>
    </dgm:pt>
    <dgm:pt modelId="{130BFBC1-2042-4502-91F7-E09A1E7C86F1}" type="sibTrans" cxnId="{5FA25E86-D6C3-4949-B437-8D3B4EEC477F}">
      <dgm:prSet/>
      <dgm:spPr/>
      <dgm:t>
        <a:bodyPr/>
        <a:lstStyle/>
        <a:p>
          <a:endParaRPr lang="en-US"/>
        </a:p>
      </dgm:t>
    </dgm:pt>
    <dgm:pt modelId="{D68AFBB5-73B1-4D56-B168-6F9C5E12FEBE}">
      <dgm:prSet/>
      <dgm:spPr/>
      <dgm:t>
        <a:bodyPr/>
        <a:lstStyle/>
        <a:p>
          <a:pPr>
            <a:lnSpc>
              <a:spcPct val="100000"/>
            </a:lnSpc>
          </a:pPr>
          <a:r>
            <a:rPr lang="en-US" b="1" i="0" baseline="0"/>
            <a:t>AI-Based Wait Time Prediction</a:t>
          </a:r>
          <a:r>
            <a:rPr lang="en-US" b="0" i="0" baseline="0"/>
            <a:t> – Machine learning to estimate waiting time using historical and live data.</a:t>
          </a:r>
          <a:endParaRPr lang="en-US"/>
        </a:p>
      </dgm:t>
    </dgm:pt>
    <dgm:pt modelId="{25795B35-847F-4644-B45E-0A2BC8B3D281}" type="parTrans" cxnId="{EE9918F7-9253-44DC-931D-D50C5882C901}">
      <dgm:prSet/>
      <dgm:spPr/>
      <dgm:t>
        <a:bodyPr/>
        <a:lstStyle/>
        <a:p>
          <a:endParaRPr lang="en-US"/>
        </a:p>
      </dgm:t>
    </dgm:pt>
    <dgm:pt modelId="{80E2138F-200D-43A6-B831-37550576ED81}" type="sibTrans" cxnId="{EE9918F7-9253-44DC-931D-D50C5882C901}">
      <dgm:prSet/>
      <dgm:spPr/>
      <dgm:t>
        <a:bodyPr/>
        <a:lstStyle/>
        <a:p>
          <a:endParaRPr lang="en-US"/>
        </a:p>
      </dgm:t>
    </dgm:pt>
    <dgm:pt modelId="{1E9AACC2-66DD-4486-808A-CDADF9CD0FA1}">
      <dgm:prSet/>
      <dgm:spPr/>
      <dgm:t>
        <a:bodyPr/>
        <a:lstStyle/>
        <a:p>
          <a:pPr>
            <a:lnSpc>
              <a:spcPct val="100000"/>
            </a:lnSpc>
          </a:pPr>
          <a:r>
            <a:rPr lang="en-US" b="1" i="0" baseline="0"/>
            <a:t>Analytics Dashboard</a:t>
          </a:r>
          <a:r>
            <a:rPr lang="en-US" b="0" i="0" baseline="0"/>
            <a:t> – Insights on wait time, peak hours, and counter performance for better decisions.</a:t>
          </a:r>
          <a:endParaRPr lang="en-US"/>
        </a:p>
      </dgm:t>
    </dgm:pt>
    <dgm:pt modelId="{E7BC2602-A3B4-4D6C-9734-3D4D97362F05}" type="parTrans" cxnId="{BA3A8A43-6382-43CA-B30D-B0E918398464}">
      <dgm:prSet/>
      <dgm:spPr/>
      <dgm:t>
        <a:bodyPr/>
        <a:lstStyle/>
        <a:p>
          <a:endParaRPr lang="en-US"/>
        </a:p>
      </dgm:t>
    </dgm:pt>
    <dgm:pt modelId="{EB4C2721-C2B7-4057-AFE7-052E35156E1F}" type="sibTrans" cxnId="{BA3A8A43-6382-43CA-B30D-B0E918398464}">
      <dgm:prSet/>
      <dgm:spPr/>
      <dgm:t>
        <a:bodyPr/>
        <a:lstStyle/>
        <a:p>
          <a:endParaRPr lang="en-US"/>
        </a:p>
      </dgm:t>
    </dgm:pt>
    <dgm:pt modelId="{DB059ACE-5DAD-4F45-8249-2152ECD208B7}">
      <dgm:prSet/>
      <dgm:spPr/>
      <dgm:t>
        <a:bodyPr/>
        <a:lstStyle/>
        <a:p>
          <a:pPr>
            <a:lnSpc>
              <a:spcPct val="100000"/>
            </a:lnSpc>
          </a:pPr>
          <a:r>
            <a:rPr lang="en-US" b="1" i="0" baseline="0"/>
            <a:t>Cloud &amp; Multi-Branch Support</a:t>
          </a:r>
          <a:r>
            <a:rPr lang="en-US" b="0" i="0" baseline="0"/>
            <a:t> – Scalable cloud deployment with centralized control for multiple locations.</a:t>
          </a:r>
          <a:endParaRPr lang="en-US"/>
        </a:p>
      </dgm:t>
    </dgm:pt>
    <dgm:pt modelId="{E311C028-C146-4C0A-818D-1D9B6D54382E}" type="parTrans" cxnId="{2657FE3D-F98C-4105-8D3D-04AEE4FF69F0}">
      <dgm:prSet/>
      <dgm:spPr/>
      <dgm:t>
        <a:bodyPr/>
        <a:lstStyle/>
        <a:p>
          <a:endParaRPr lang="en-US"/>
        </a:p>
      </dgm:t>
    </dgm:pt>
    <dgm:pt modelId="{B3E2CFAB-D212-4645-9AF7-8D12E53EF019}" type="sibTrans" cxnId="{2657FE3D-F98C-4105-8D3D-04AEE4FF69F0}">
      <dgm:prSet/>
      <dgm:spPr/>
      <dgm:t>
        <a:bodyPr/>
        <a:lstStyle/>
        <a:p>
          <a:endParaRPr lang="en-US"/>
        </a:p>
      </dgm:t>
    </dgm:pt>
    <dgm:pt modelId="{7F17ABE9-F386-47C2-BA15-0B53F534A591}">
      <dgm:prSet/>
      <dgm:spPr/>
      <dgm:t>
        <a:bodyPr/>
        <a:lstStyle/>
        <a:p>
          <a:pPr>
            <a:lnSpc>
              <a:spcPct val="100000"/>
            </a:lnSpc>
          </a:pPr>
          <a:r>
            <a:rPr lang="en-US" b="1" i="0" baseline="0"/>
            <a:t>Enhanced Security &amp; Integrations</a:t>
          </a:r>
          <a:r>
            <a:rPr lang="en-US" b="0" i="0" baseline="0"/>
            <a:t> – OTP login, audit logs, and SMS/WhatsApp system integration.</a:t>
          </a:r>
          <a:endParaRPr lang="en-US"/>
        </a:p>
      </dgm:t>
    </dgm:pt>
    <dgm:pt modelId="{EA4DE24A-DA32-42A3-86C7-2782F906ED72}" type="parTrans" cxnId="{5BD7F798-F060-4FBF-8107-A468297767C3}">
      <dgm:prSet/>
      <dgm:spPr/>
      <dgm:t>
        <a:bodyPr/>
        <a:lstStyle/>
        <a:p>
          <a:endParaRPr lang="en-US"/>
        </a:p>
      </dgm:t>
    </dgm:pt>
    <dgm:pt modelId="{2A3E04F3-D927-4207-8C9C-F14E422F4C48}" type="sibTrans" cxnId="{5BD7F798-F060-4FBF-8107-A468297767C3}">
      <dgm:prSet/>
      <dgm:spPr/>
      <dgm:t>
        <a:bodyPr/>
        <a:lstStyle/>
        <a:p>
          <a:endParaRPr lang="en-US"/>
        </a:p>
      </dgm:t>
    </dgm:pt>
    <dgm:pt modelId="{7461B730-861D-40FC-8603-D006CEAB2DB4}" type="pres">
      <dgm:prSet presAssocID="{090E4F4F-49AE-401E-BA1B-9B5F817884EE}" presName="root" presStyleCnt="0">
        <dgm:presLayoutVars>
          <dgm:dir/>
          <dgm:resizeHandles val="exact"/>
        </dgm:presLayoutVars>
      </dgm:prSet>
      <dgm:spPr/>
    </dgm:pt>
    <dgm:pt modelId="{53A57F36-9F4D-4E73-9E58-8BE71C030F36}" type="pres">
      <dgm:prSet presAssocID="{3CB5DDCB-B933-4EEC-8870-2C3A4A89FD3A}" presName="compNode" presStyleCnt="0"/>
      <dgm:spPr/>
    </dgm:pt>
    <dgm:pt modelId="{BCC55F2A-9FD5-472D-B46C-7E1D20063F9A}" type="pres">
      <dgm:prSet presAssocID="{3CB5DDCB-B933-4EEC-8870-2C3A4A89FD3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865D25FE-6385-4B22-911F-6DD36871BB2D}" type="pres">
      <dgm:prSet presAssocID="{3CB5DDCB-B933-4EEC-8870-2C3A4A89FD3A}" presName="spaceRect" presStyleCnt="0"/>
      <dgm:spPr/>
    </dgm:pt>
    <dgm:pt modelId="{31142979-F840-4952-B129-FB8501456DE3}" type="pres">
      <dgm:prSet presAssocID="{3CB5DDCB-B933-4EEC-8870-2C3A4A89FD3A}" presName="textRect" presStyleLbl="revTx" presStyleIdx="0" presStyleCnt="5">
        <dgm:presLayoutVars>
          <dgm:chMax val="1"/>
          <dgm:chPref val="1"/>
        </dgm:presLayoutVars>
      </dgm:prSet>
      <dgm:spPr/>
    </dgm:pt>
    <dgm:pt modelId="{322D6FFE-D859-44B8-8F63-8624D6F0A632}" type="pres">
      <dgm:prSet presAssocID="{130BFBC1-2042-4502-91F7-E09A1E7C86F1}" presName="sibTrans" presStyleCnt="0"/>
      <dgm:spPr/>
    </dgm:pt>
    <dgm:pt modelId="{F40A9C5B-FC12-4835-AED3-9819D6DDFC5E}" type="pres">
      <dgm:prSet presAssocID="{D68AFBB5-73B1-4D56-B168-6F9C5E12FEBE}" presName="compNode" presStyleCnt="0"/>
      <dgm:spPr/>
    </dgm:pt>
    <dgm:pt modelId="{12DDB002-7B59-45D1-A724-3B4B41BD15A2}" type="pres">
      <dgm:prSet presAssocID="{D68AFBB5-73B1-4D56-B168-6F9C5E12FEB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EA98A025-5997-4E72-91F4-CA19C0D42A9C}" type="pres">
      <dgm:prSet presAssocID="{D68AFBB5-73B1-4D56-B168-6F9C5E12FEBE}" presName="spaceRect" presStyleCnt="0"/>
      <dgm:spPr/>
    </dgm:pt>
    <dgm:pt modelId="{81114130-7359-4E4B-A22C-046A28E3B09A}" type="pres">
      <dgm:prSet presAssocID="{D68AFBB5-73B1-4D56-B168-6F9C5E12FEBE}" presName="textRect" presStyleLbl="revTx" presStyleIdx="1" presStyleCnt="5">
        <dgm:presLayoutVars>
          <dgm:chMax val="1"/>
          <dgm:chPref val="1"/>
        </dgm:presLayoutVars>
      </dgm:prSet>
      <dgm:spPr/>
    </dgm:pt>
    <dgm:pt modelId="{C5FEF800-183D-486B-A142-B8F18BDD284A}" type="pres">
      <dgm:prSet presAssocID="{80E2138F-200D-43A6-B831-37550576ED81}" presName="sibTrans" presStyleCnt="0"/>
      <dgm:spPr/>
    </dgm:pt>
    <dgm:pt modelId="{012C11B2-FB9B-410B-9D2D-ACD4412F09ED}" type="pres">
      <dgm:prSet presAssocID="{1E9AACC2-66DD-4486-808A-CDADF9CD0FA1}" presName="compNode" presStyleCnt="0"/>
      <dgm:spPr/>
    </dgm:pt>
    <dgm:pt modelId="{79C07028-BCA8-4D5C-871A-B44360B4065A}" type="pres">
      <dgm:prSet presAssocID="{1E9AACC2-66DD-4486-808A-CDADF9CD0FA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C0C92694-141A-4396-AB43-7C40C94EC2B0}" type="pres">
      <dgm:prSet presAssocID="{1E9AACC2-66DD-4486-808A-CDADF9CD0FA1}" presName="spaceRect" presStyleCnt="0"/>
      <dgm:spPr/>
    </dgm:pt>
    <dgm:pt modelId="{6C9EACFC-0E2B-4094-8CE9-48813EE8D325}" type="pres">
      <dgm:prSet presAssocID="{1E9AACC2-66DD-4486-808A-CDADF9CD0FA1}" presName="textRect" presStyleLbl="revTx" presStyleIdx="2" presStyleCnt="5">
        <dgm:presLayoutVars>
          <dgm:chMax val="1"/>
          <dgm:chPref val="1"/>
        </dgm:presLayoutVars>
      </dgm:prSet>
      <dgm:spPr/>
    </dgm:pt>
    <dgm:pt modelId="{346A9C80-EFC0-4E34-8925-1A85DFCE32B2}" type="pres">
      <dgm:prSet presAssocID="{EB4C2721-C2B7-4057-AFE7-052E35156E1F}" presName="sibTrans" presStyleCnt="0"/>
      <dgm:spPr/>
    </dgm:pt>
    <dgm:pt modelId="{7F17CDA6-20E1-4DD5-A577-D6EACD356812}" type="pres">
      <dgm:prSet presAssocID="{DB059ACE-5DAD-4F45-8249-2152ECD208B7}" presName="compNode" presStyleCnt="0"/>
      <dgm:spPr/>
    </dgm:pt>
    <dgm:pt modelId="{A0BEF4CF-226E-49C4-A29F-5D12B56ABAB6}" type="pres">
      <dgm:prSet presAssocID="{DB059ACE-5DAD-4F45-8249-2152ECD208B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yncing Cloud"/>
        </a:ext>
      </dgm:extLst>
    </dgm:pt>
    <dgm:pt modelId="{104C7E88-5FAF-472D-9C93-B23CAC153979}" type="pres">
      <dgm:prSet presAssocID="{DB059ACE-5DAD-4F45-8249-2152ECD208B7}" presName="spaceRect" presStyleCnt="0"/>
      <dgm:spPr/>
    </dgm:pt>
    <dgm:pt modelId="{251A6B98-C6D7-48AF-A5A8-1459614C4468}" type="pres">
      <dgm:prSet presAssocID="{DB059ACE-5DAD-4F45-8249-2152ECD208B7}" presName="textRect" presStyleLbl="revTx" presStyleIdx="3" presStyleCnt="5">
        <dgm:presLayoutVars>
          <dgm:chMax val="1"/>
          <dgm:chPref val="1"/>
        </dgm:presLayoutVars>
      </dgm:prSet>
      <dgm:spPr/>
    </dgm:pt>
    <dgm:pt modelId="{0E963F14-A12D-4535-93FB-8D3F99FED4D8}" type="pres">
      <dgm:prSet presAssocID="{B3E2CFAB-D212-4645-9AF7-8D12E53EF019}" presName="sibTrans" presStyleCnt="0"/>
      <dgm:spPr/>
    </dgm:pt>
    <dgm:pt modelId="{7D53EB24-C070-470B-9CB0-D39B105DA368}" type="pres">
      <dgm:prSet presAssocID="{7F17ABE9-F386-47C2-BA15-0B53F534A591}" presName="compNode" presStyleCnt="0"/>
      <dgm:spPr/>
    </dgm:pt>
    <dgm:pt modelId="{D497E4DA-9AA8-442E-8BE7-053660B51027}" type="pres">
      <dgm:prSet presAssocID="{7F17ABE9-F386-47C2-BA15-0B53F534A59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ock"/>
        </a:ext>
      </dgm:extLst>
    </dgm:pt>
    <dgm:pt modelId="{81C441F3-5E29-4C12-8192-FB69F9733975}" type="pres">
      <dgm:prSet presAssocID="{7F17ABE9-F386-47C2-BA15-0B53F534A591}" presName="spaceRect" presStyleCnt="0"/>
      <dgm:spPr/>
    </dgm:pt>
    <dgm:pt modelId="{E37FFE26-63F5-4447-B6F7-730EB055EA32}" type="pres">
      <dgm:prSet presAssocID="{7F17ABE9-F386-47C2-BA15-0B53F534A591}" presName="textRect" presStyleLbl="revTx" presStyleIdx="4" presStyleCnt="5">
        <dgm:presLayoutVars>
          <dgm:chMax val="1"/>
          <dgm:chPref val="1"/>
        </dgm:presLayoutVars>
      </dgm:prSet>
      <dgm:spPr/>
    </dgm:pt>
  </dgm:ptLst>
  <dgm:cxnLst>
    <dgm:cxn modelId="{DD008D31-3528-46F5-ABBF-A8241CE8EE30}" type="presOf" srcId="{3CB5DDCB-B933-4EEC-8870-2C3A4A89FD3A}" destId="{31142979-F840-4952-B129-FB8501456DE3}" srcOrd="0" destOrd="0" presId="urn:microsoft.com/office/officeart/2018/2/layout/IconLabelList"/>
    <dgm:cxn modelId="{2657FE3D-F98C-4105-8D3D-04AEE4FF69F0}" srcId="{090E4F4F-49AE-401E-BA1B-9B5F817884EE}" destId="{DB059ACE-5DAD-4F45-8249-2152ECD208B7}" srcOrd="3" destOrd="0" parTransId="{E311C028-C146-4C0A-818D-1D9B6D54382E}" sibTransId="{B3E2CFAB-D212-4645-9AF7-8D12E53EF019}"/>
    <dgm:cxn modelId="{BA3A8A43-6382-43CA-B30D-B0E918398464}" srcId="{090E4F4F-49AE-401E-BA1B-9B5F817884EE}" destId="{1E9AACC2-66DD-4486-808A-CDADF9CD0FA1}" srcOrd="2" destOrd="0" parTransId="{E7BC2602-A3B4-4D6C-9734-3D4D97362F05}" sibTransId="{EB4C2721-C2B7-4057-AFE7-052E35156E1F}"/>
    <dgm:cxn modelId="{753BEE51-8B30-49CC-A023-B38718ACE58F}" type="presOf" srcId="{DB059ACE-5DAD-4F45-8249-2152ECD208B7}" destId="{251A6B98-C6D7-48AF-A5A8-1459614C4468}" srcOrd="0" destOrd="0" presId="urn:microsoft.com/office/officeart/2018/2/layout/IconLabelList"/>
    <dgm:cxn modelId="{5FA25E86-D6C3-4949-B437-8D3B4EEC477F}" srcId="{090E4F4F-49AE-401E-BA1B-9B5F817884EE}" destId="{3CB5DDCB-B933-4EEC-8870-2C3A4A89FD3A}" srcOrd="0" destOrd="0" parTransId="{665B679F-F40B-4C22-92DF-C3FA63088B32}" sibTransId="{130BFBC1-2042-4502-91F7-E09A1E7C86F1}"/>
    <dgm:cxn modelId="{5BD7F798-F060-4FBF-8107-A468297767C3}" srcId="{090E4F4F-49AE-401E-BA1B-9B5F817884EE}" destId="{7F17ABE9-F386-47C2-BA15-0B53F534A591}" srcOrd="4" destOrd="0" parTransId="{EA4DE24A-DA32-42A3-86C7-2782F906ED72}" sibTransId="{2A3E04F3-D927-4207-8C9C-F14E422F4C48}"/>
    <dgm:cxn modelId="{D50456AC-39AC-4330-9DE5-171CD8C94882}" type="presOf" srcId="{1E9AACC2-66DD-4486-808A-CDADF9CD0FA1}" destId="{6C9EACFC-0E2B-4094-8CE9-48813EE8D325}" srcOrd="0" destOrd="0" presId="urn:microsoft.com/office/officeart/2018/2/layout/IconLabelList"/>
    <dgm:cxn modelId="{2F7A8CB0-903B-4C7A-BC0D-B973ADE4B05C}" type="presOf" srcId="{D68AFBB5-73B1-4D56-B168-6F9C5E12FEBE}" destId="{81114130-7359-4E4B-A22C-046A28E3B09A}" srcOrd="0" destOrd="0" presId="urn:microsoft.com/office/officeart/2018/2/layout/IconLabelList"/>
    <dgm:cxn modelId="{9D23F9CE-8846-4EB8-8F52-AEDBC7BBF526}" type="presOf" srcId="{7F17ABE9-F386-47C2-BA15-0B53F534A591}" destId="{E37FFE26-63F5-4447-B6F7-730EB055EA32}" srcOrd="0" destOrd="0" presId="urn:microsoft.com/office/officeart/2018/2/layout/IconLabelList"/>
    <dgm:cxn modelId="{EE9918F7-9253-44DC-931D-D50C5882C901}" srcId="{090E4F4F-49AE-401E-BA1B-9B5F817884EE}" destId="{D68AFBB5-73B1-4D56-B168-6F9C5E12FEBE}" srcOrd="1" destOrd="0" parTransId="{25795B35-847F-4644-B45E-0A2BC8B3D281}" sibTransId="{80E2138F-200D-43A6-B831-37550576ED81}"/>
    <dgm:cxn modelId="{3C0435FD-17E6-4766-A13E-ED068474713D}" type="presOf" srcId="{090E4F4F-49AE-401E-BA1B-9B5F817884EE}" destId="{7461B730-861D-40FC-8603-D006CEAB2DB4}" srcOrd="0" destOrd="0" presId="urn:microsoft.com/office/officeart/2018/2/layout/IconLabelList"/>
    <dgm:cxn modelId="{BECD66B6-CFDB-41BC-811B-9BBD49D1CA22}" type="presParOf" srcId="{7461B730-861D-40FC-8603-D006CEAB2DB4}" destId="{53A57F36-9F4D-4E73-9E58-8BE71C030F36}" srcOrd="0" destOrd="0" presId="urn:microsoft.com/office/officeart/2018/2/layout/IconLabelList"/>
    <dgm:cxn modelId="{F0680D07-8F42-4DB8-8945-BDD410ACE6BB}" type="presParOf" srcId="{53A57F36-9F4D-4E73-9E58-8BE71C030F36}" destId="{BCC55F2A-9FD5-472D-B46C-7E1D20063F9A}" srcOrd="0" destOrd="0" presId="urn:microsoft.com/office/officeart/2018/2/layout/IconLabelList"/>
    <dgm:cxn modelId="{4AFF3BDE-CA3D-495D-A745-DFFBE9D07CEB}" type="presParOf" srcId="{53A57F36-9F4D-4E73-9E58-8BE71C030F36}" destId="{865D25FE-6385-4B22-911F-6DD36871BB2D}" srcOrd="1" destOrd="0" presId="urn:microsoft.com/office/officeart/2018/2/layout/IconLabelList"/>
    <dgm:cxn modelId="{A6392D37-0B0A-404A-9456-9F613175BB37}" type="presParOf" srcId="{53A57F36-9F4D-4E73-9E58-8BE71C030F36}" destId="{31142979-F840-4952-B129-FB8501456DE3}" srcOrd="2" destOrd="0" presId="urn:microsoft.com/office/officeart/2018/2/layout/IconLabelList"/>
    <dgm:cxn modelId="{74BBEF55-E7F1-4F27-86A1-C941B90B9B99}" type="presParOf" srcId="{7461B730-861D-40FC-8603-D006CEAB2DB4}" destId="{322D6FFE-D859-44B8-8F63-8624D6F0A632}" srcOrd="1" destOrd="0" presId="urn:microsoft.com/office/officeart/2018/2/layout/IconLabelList"/>
    <dgm:cxn modelId="{F10BD8D7-68A8-4B40-888B-04F96E13C8D4}" type="presParOf" srcId="{7461B730-861D-40FC-8603-D006CEAB2DB4}" destId="{F40A9C5B-FC12-4835-AED3-9819D6DDFC5E}" srcOrd="2" destOrd="0" presId="urn:microsoft.com/office/officeart/2018/2/layout/IconLabelList"/>
    <dgm:cxn modelId="{0CA27CD9-F376-4245-960E-BD88D2BFAC9D}" type="presParOf" srcId="{F40A9C5B-FC12-4835-AED3-9819D6DDFC5E}" destId="{12DDB002-7B59-45D1-A724-3B4B41BD15A2}" srcOrd="0" destOrd="0" presId="urn:microsoft.com/office/officeart/2018/2/layout/IconLabelList"/>
    <dgm:cxn modelId="{21345FD3-21CA-4DFB-9711-E81C0F375874}" type="presParOf" srcId="{F40A9C5B-FC12-4835-AED3-9819D6DDFC5E}" destId="{EA98A025-5997-4E72-91F4-CA19C0D42A9C}" srcOrd="1" destOrd="0" presId="urn:microsoft.com/office/officeart/2018/2/layout/IconLabelList"/>
    <dgm:cxn modelId="{3F926B5B-A19E-4E77-97BB-083A59FAEE87}" type="presParOf" srcId="{F40A9C5B-FC12-4835-AED3-9819D6DDFC5E}" destId="{81114130-7359-4E4B-A22C-046A28E3B09A}" srcOrd="2" destOrd="0" presId="urn:microsoft.com/office/officeart/2018/2/layout/IconLabelList"/>
    <dgm:cxn modelId="{305541F6-2AC4-40C0-9DA9-9EE56A2E325F}" type="presParOf" srcId="{7461B730-861D-40FC-8603-D006CEAB2DB4}" destId="{C5FEF800-183D-486B-A142-B8F18BDD284A}" srcOrd="3" destOrd="0" presId="urn:microsoft.com/office/officeart/2018/2/layout/IconLabelList"/>
    <dgm:cxn modelId="{9D981E80-095B-4471-AF7E-2D13F4B65A2F}" type="presParOf" srcId="{7461B730-861D-40FC-8603-D006CEAB2DB4}" destId="{012C11B2-FB9B-410B-9D2D-ACD4412F09ED}" srcOrd="4" destOrd="0" presId="urn:microsoft.com/office/officeart/2018/2/layout/IconLabelList"/>
    <dgm:cxn modelId="{2C2E8405-D5EF-4A11-A6FE-87952276AFA8}" type="presParOf" srcId="{012C11B2-FB9B-410B-9D2D-ACD4412F09ED}" destId="{79C07028-BCA8-4D5C-871A-B44360B4065A}" srcOrd="0" destOrd="0" presId="urn:microsoft.com/office/officeart/2018/2/layout/IconLabelList"/>
    <dgm:cxn modelId="{3FBA962A-BFF4-4DF7-9CD4-49362FAE8A50}" type="presParOf" srcId="{012C11B2-FB9B-410B-9D2D-ACD4412F09ED}" destId="{C0C92694-141A-4396-AB43-7C40C94EC2B0}" srcOrd="1" destOrd="0" presId="urn:microsoft.com/office/officeart/2018/2/layout/IconLabelList"/>
    <dgm:cxn modelId="{A3AE8768-AD72-411C-9A5F-F6F76191B855}" type="presParOf" srcId="{012C11B2-FB9B-410B-9D2D-ACD4412F09ED}" destId="{6C9EACFC-0E2B-4094-8CE9-48813EE8D325}" srcOrd="2" destOrd="0" presId="urn:microsoft.com/office/officeart/2018/2/layout/IconLabelList"/>
    <dgm:cxn modelId="{ADF9FAC2-87A7-4EE8-AEF4-8686B3154938}" type="presParOf" srcId="{7461B730-861D-40FC-8603-D006CEAB2DB4}" destId="{346A9C80-EFC0-4E34-8925-1A85DFCE32B2}" srcOrd="5" destOrd="0" presId="urn:microsoft.com/office/officeart/2018/2/layout/IconLabelList"/>
    <dgm:cxn modelId="{56C4E803-C612-4B43-9BE1-AE19C6AD56E1}" type="presParOf" srcId="{7461B730-861D-40FC-8603-D006CEAB2DB4}" destId="{7F17CDA6-20E1-4DD5-A577-D6EACD356812}" srcOrd="6" destOrd="0" presId="urn:microsoft.com/office/officeart/2018/2/layout/IconLabelList"/>
    <dgm:cxn modelId="{E3B4DEC8-412A-4470-A601-435F6A87E377}" type="presParOf" srcId="{7F17CDA6-20E1-4DD5-A577-D6EACD356812}" destId="{A0BEF4CF-226E-49C4-A29F-5D12B56ABAB6}" srcOrd="0" destOrd="0" presId="urn:microsoft.com/office/officeart/2018/2/layout/IconLabelList"/>
    <dgm:cxn modelId="{A64AE38B-E6B4-412E-812A-810703D0C657}" type="presParOf" srcId="{7F17CDA6-20E1-4DD5-A577-D6EACD356812}" destId="{104C7E88-5FAF-472D-9C93-B23CAC153979}" srcOrd="1" destOrd="0" presId="urn:microsoft.com/office/officeart/2018/2/layout/IconLabelList"/>
    <dgm:cxn modelId="{17E4B7FE-D236-4C17-AF9A-F42C5FEF4AE3}" type="presParOf" srcId="{7F17CDA6-20E1-4DD5-A577-D6EACD356812}" destId="{251A6B98-C6D7-48AF-A5A8-1459614C4468}" srcOrd="2" destOrd="0" presId="urn:microsoft.com/office/officeart/2018/2/layout/IconLabelList"/>
    <dgm:cxn modelId="{CF0EC7C2-4C18-4273-9804-84DC48201DDA}" type="presParOf" srcId="{7461B730-861D-40FC-8603-D006CEAB2DB4}" destId="{0E963F14-A12D-4535-93FB-8D3F99FED4D8}" srcOrd="7" destOrd="0" presId="urn:microsoft.com/office/officeart/2018/2/layout/IconLabelList"/>
    <dgm:cxn modelId="{4C7DA004-076F-44EB-B1B3-540E802259C0}" type="presParOf" srcId="{7461B730-861D-40FC-8603-D006CEAB2DB4}" destId="{7D53EB24-C070-470B-9CB0-D39B105DA368}" srcOrd="8" destOrd="0" presId="urn:microsoft.com/office/officeart/2018/2/layout/IconLabelList"/>
    <dgm:cxn modelId="{3AF663B0-21FD-4346-8130-B8C971EF96D2}" type="presParOf" srcId="{7D53EB24-C070-470B-9CB0-D39B105DA368}" destId="{D497E4DA-9AA8-442E-8BE7-053660B51027}" srcOrd="0" destOrd="0" presId="urn:microsoft.com/office/officeart/2018/2/layout/IconLabelList"/>
    <dgm:cxn modelId="{2B17D3C7-D6F7-43F3-AC60-D915C4AD5CA8}" type="presParOf" srcId="{7D53EB24-C070-470B-9CB0-D39B105DA368}" destId="{81C441F3-5E29-4C12-8192-FB69F9733975}" srcOrd="1" destOrd="0" presId="urn:microsoft.com/office/officeart/2018/2/layout/IconLabelList"/>
    <dgm:cxn modelId="{A5880757-BEF7-4385-A27D-4B3C13D435A4}" type="presParOf" srcId="{7D53EB24-C070-470B-9CB0-D39B105DA368}" destId="{E37FFE26-63F5-4447-B6F7-730EB055EA3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B8CB50-F554-4413-B367-DB892AD60A05}">
      <dsp:nvSpPr>
        <dsp:cNvPr id="0" name=""/>
        <dsp:cNvSpPr/>
      </dsp:nvSpPr>
      <dsp:spPr>
        <a:xfrm>
          <a:off x="1966169" y="506885"/>
          <a:ext cx="391806" cy="91440"/>
        </a:xfrm>
        <a:custGeom>
          <a:avLst/>
          <a:gdLst/>
          <a:ahLst/>
          <a:cxnLst/>
          <a:rect l="0" t="0" r="0" b="0"/>
          <a:pathLst>
            <a:path>
              <a:moveTo>
                <a:pt x="0" y="45720"/>
              </a:moveTo>
              <a:lnTo>
                <a:pt x="39180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51512" y="550493"/>
        <a:ext cx="21120" cy="4224"/>
      </dsp:txXfrm>
    </dsp:sp>
    <dsp:sp modelId="{577009E2-F280-419A-A49B-14BBC892FB52}">
      <dsp:nvSpPr>
        <dsp:cNvPr id="0" name=""/>
        <dsp:cNvSpPr/>
      </dsp:nvSpPr>
      <dsp:spPr>
        <a:xfrm>
          <a:off x="131420" y="1641"/>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kern="1200"/>
            <a:t>To minimize customer waiting time through real-time queue optimization</a:t>
          </a:r>
        </a:p>
      </dsp:txBody>
      <dsp:txXfrm>
        <a:off x="131420" y="1641"/>
        <a:ext cx="1836549" cy="1101929"/>
      </dsp:txXfrm>
    </dsp:sp>
    <dsp:sp modelId="{A88C2839-ABBC-42F9-A98C-DD9723F0CCFB}">
      <dsp:nvSpPr>
        <dsp:cNvPr id="0" name=""/>
        <dsp:cNvSpPr/>
      </dsp:nvSpPr>
      <dsp:spPr>
        <a:xfrm>
          <a:off x="1049695" y="1101770"/>
          <a:ext cx="2258955" cy="391806"/>
        </a:xfrm>
        <a:custGeom>
          <a:avLst/>
          <a:gdLst/>
          <a:ahLst/>
          <a:cxnLst/>
          <a:rect l="0" t="0" r="0" b="0"/>
          <a:pathLst>
            <a:path>
              <a:moveTo>
                <a:pt x="2258955" y="0"/>
              </a:moveTo>
              <a:lnTo>
                <a:pt x="2258955" y="213003"/>
              </a:lnTo>
              <a:lnTo>
                <a:pt x="0" y="213003"/>
              </a:lnTo>
              <a:lnTo>
                <a:pt x="0" y="39180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1720" y="1295561"/>
        <a:ext cx="114905" cy="4224"/>
      </dsp:txXfrm>
    </dsp:sp>
    <dsp:sp modelId="{E6D3A6AF-EDD7-433F-8267-9516F50ACCDF}">
      <dsp:nvSpPr>
        <dsp:cNvPr id="0" name=""/>
        <dsp:cNvSpPr/>
      </dsp:nvSpPr>
      <dsp:spPr>
        <a:xfrm>
          <a:off x="2390376" y="1641"/>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kern="1200"/>
            <a:t>To maximize service counter utilization by dynamic appointment allocation</a:t>
          </a:r>
        </a:p>
      </dsp:txBody>
      <dsp:txXfrm>
        <a:off x="2390376" y="1641"/>
        <a:ext cx="1836549" cy="1101929"/>
      </dsp:txXfrm>
    </dsp:sp>
    <dsp:sp modelId="{463EDA9D-AA40-42CE-88C9-9785A3C2F70A}">
      <dsp:nvSpPr>
        <dsp:cNvPr id="0" name=""/>
        <dsp:cNvSpPr/>
      </dsp:nvSpPr>
      <dsp:spPr>
        <a:xfrm>
          <a:off x="1966169" y="2031221"/>
          <a:ext cx="391806" cy="91440"/>
        </a:xfrm>
        <a:custGeom>
          <a:avLst/>
          <a:gdLst/>
          <a:ahLst/>
          <a:cxnLst/>
          <a:rect l="0" t="0" r="0" b="0"/>
          <a:pathLst>
            <a:path>
              <a:moveTo>
                <a:pt x="0" y="45720"/>
              </a:moveTo>
              <a:lnTo>
                <a:pt x="39180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51512" y="2074829"/>
        <a:ext cx="21120" cy="4224"/>
      </dsp:txXfrm>
    </dsp:sp>
    <dsp:sp modelId="{C2BE3C71-95AF-4242-8452-3B67D8CE67C2}">
      <dsp:nvSpPr>
        <dsp:cNvPr id="0" name=""/>
        <dsp:cNvSpPr/>
      </dsp:nvSpPr>
      <dsp:spPr>
        <a:xfrm>
          <a:off x="131420" y="1525976"/>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kern="1200"/>
            <a:t>To automate queue and appointment management, eliminating manual coordination</a:t>
          </a:r>
        </a:p>
      </dsp:txBody>
      <dsp:txXfrm>
        <a:off x="131420" y="1525976"/>
        <a:ext cx="1836549" cy="1101929"/>
      </dsp:txXfrm>
    </dsp:sp>
    <dsp:sp modelId="{C1607747-6D8B-4C31-8CCE-75AC2D46C628}">
      <dsp:nvSpPr>
        <dsp:cNvPr id="0" name=""/>
        <dsp:cNvSpPr/>
      </dsp:nvSpPr>
      <dsp:spPr>
        <a:xfrm>
          <a:off x="1049695" y="2626106"/>
          <a:ext cx="2258955" cy="391806"/>
        </a:xfrm>
        <a:custGeom>
          <a:avLst/>
          <a:gdLst/>
          <a:ahLst/>
          <a:cxnLst/>
          <a:rect l="0" t="0" r="0" b="0"/>
          <a:pathLst>
            <a:path>
              <a:moveTo>
                <a:pt x="2258955" y="0"/>
              </a:moveTo>
              <a:lnTo>
                <a:pt x="2258955" y="213003"/>
              </a:lnTo>
              <a:lnTo>
                <a:pt x="0" y="213003"/>
              </a:lnTo>
              <a:lnTo>
                <a:pt x="0" y="39180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1720" y="2819897"/>
        <a:ext cx="114905" cy="4224"/>
      </dsp:txXfrm>
    </dsp:sp>
    <dsp:sp modelId="{8500989F-623A-413D-AF5E-42CE2F36E946}">
      <dsp:nvSpPr>
        <dsp:cNvPr id="0" name=""/>
        <dsp:cNvSpPr/>
      </dsp:nvSpPr>
      <dsp:spPr>
        <a:xfrm>
          <a:off x="2390376" y="1525976"/>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kern="1200"/>
            <a:t>To provide a web-based, platform-independent system for easy access</a:t>
          </a:r>
        </a:p>
      </dsp:txBody>
      <dsp:txXfrm>
        <a:off x="2390376" y="1525976"/>
        <a:ext cx="1836549" cy="1101929"/>
      </dsp:txXfrm>
    </dsp:sp>
    <dsp:sp modelId="{25D628C0-03EB-4BE8-83B3-BF16AF0786A3}">
      <dsp:nvSpPr>
        <dsp:cNvPr id="0" name=""/>
        <dsp:cNvSpPr/>
      </dsp:nvSpPr>
      <dsp:spPr>
        <a:xfrm>
          <a:off x="1966169" y="3555557"/>
          <a:ext cx="391806" cy="91440"/>
        </a:xfrm>
        <a:custGeom>
          <a:avLst/>
          <a:gdLst/>
          <a:ahLst/>
          <a:cxnLst/>
          <a:rect l="0" t="0" r="0" b="0"/>
          <a:pathLst>
            <a:path>
              <a:moveTo>
                <a:pt x="0" y="45720"/>
              </a:moveTo>
              <a:lnTo>
                <a:pt x="39180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51512" y="3599165"/>
        <a:ext cx="21120" cy="4224"/>
      </dsp:txXfrm>
    </dsp:sp>
    <dsp:sp modelId="{847994F1-6882-4258-9864-6A79B2D95694}">
      <dsp:nvSpPr>
        <dsp:cNvPr id="0" name=""/>
        <dsp:cNvSpPr/>
      </dsp:nvSpPr>
      <dsp:spPr>
        <a:xfrm>
          <a:off x="131420" y="3050312"/>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kern="1200"/>
            <a:t>To ensure scalability and adaptability to varying service demand</a:t>
          </a:r>
        </a:p>
      </dsp:txBody>
      <dsp:txXfrm>
        <a:off x="131420" y="3050312"/>
        <a:ext cx="1836549" cy="1101929"/>
      </dsp:txXfrm>
    </dsp:sp>
    <dsp:sp modelId="{6D3D4D70-E728-4886-88E5-F27BD31890D5}">
      <dsp:nvSpPr>
        <dsp:cNvPr id="0" name=""/>
        <dsp:cNvSpPr/>
      </dsp:nvSpPr>
      <dsp:spPr>
        <a:xfrm>
          <a:off x="1049695" y="4150442"/>
          <a:ext cx="2258955" cy="391806"/>
        </a:xfrm>
        <a:custGeom>
          <a:avLst/>
          <a:gdLst/>
          <a:ahLst/>
          <a:cxnLst/>
          <a:rect l="0" t="0" r="0" b="0"/>
          <a:pathLst>
            <a:path>
              <a:moveTo>
                <a:pt x="2258955" y="0"/>
              </a:moveTo>
              <a:lnTo>
                <a:pt x="2258955" y="213003"/>
              </a:lnTo>
              <a:lnTo>
                <a:pt x="0" y="213003"/>
              </a:lnTo>
              <a:lnTo>
                <a:pt x="0" y="39180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1720" y="4344233"/>
        <a:ext cx="114905" cy="4224"/>
      </dsp:txXfrm>
    </dsp:sp>
    <dsp:sp modelId="{BBEE6524-85C0-4904-AB4A-25AF3C3D3FAE}">
      <dsp:nvSpPr>
        <dsp:cNvPr id="0" name=""/>
        <dsp:cNvSpPr/>
      </dsp:nvSpPr>
      <dsp:spPr>
        <a:xfrm>
          <a:off x="2390376" y="3050312"/>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kern="1200"/>
            <a:t>To improve overall service efficiency and user satisfaction</a:t>
          </a:r>
        </a:p>
      </dsp:txBody>
      <dsp:txXfrm>
        <a:off x="2390376" y="3050312"/>
        <a:ext cx="1836549" cy="1101929"/>
      </dsp:txXfrm>
    </dsp:sp>
    <dsp:sp modelId="{044C8C0A-0606-47C2-9945-95E2AD277FED}">
      <dsp:nvSpPr>
        <dsp:cNvPr id="0" name=""/>
        <dsp:cNvSpPr/>
      </dsp:nvSpPr>
      <dsp:spPr>
        <a:xfrm>
          <a:off x="131420" y="4574648"/>
          <a:ext cx="1836549" cy="110192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992" tIns="94463" rIns="89992" bIns="94463" numCol="1" spcCol="1270" anchor="ctr" anchorCtr="0">
          <a:noAutofit/>
        </a:bodyPr>
        <a:lstStyle/>
        <a:p>
          <a:pPr marL="0" lvl="0" indent="0" algn="ctr" defTabSz="577850">
            <a:lnSpc>
              <a:spcPct val="90000"/>
            </a:lnSpc>
            <a:spcBef>
              <a:spcPct val="0"/>
            </a:spcBef>
            <a:spcAft>
              <a:spcPct val="35000"/>
            </a:spcAft>
            <a:buNone/>
          </a:pPr>
          <a:r>
            <a:rPr lang="en-US" sz="1300" b="0" i="0" kern="1200" baseline="0"/>
            <a:t>Ensure reliable and secure database storage for queue and appointment data</a:t>
          </a:r>
          <a:endParaRPr lang="en-US" sz="1300" kern="1200"/>
        </a:p>
      </dsp:txBody>
      <dsp:txXfrm>
        <a:off x="131420" y="4574648"/>
        <a:ext cx="1836549" cy="11019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3F6FF4-CD50-467A-9462-BA7C6B8D22A0}">
      <dsp:nvSpPr>
        <dsp:cNvPr id="0" name=""/>
        <dsp:cNvSpPr/>
      </dsp:nvSpPr>
      <dsp:spPr>
        <a:xfrm>
          <a:off x="509174" y="667062"/>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FE4314-8756-44BD-9DFE-92C6225BD3B4}">
      <dsp:nvSpPr>
        <dsp:cNvPr id="0" name=""/>
        <dsp:cNvSpPr/>
      </dsp:nvSpPr>
      <dsp:spPr>
        <a:xfrm>
          <a:off x="14174" y="18073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i="0" kern="1200" baseline="0"/>
            <a:t>Web-based client–server architecture for platform-independent access</a:t>
          </a:r>
          <a:endParaRPr lang="en-US" sz="1300" kern="1200"/>
        </a:p>
      </dsp:txBody>
      <dsp:txXfrm>
        <a:off x="14174" y="1807344"/>
        <a:ext cx="1800000" cy="720000"/>
      </dsp:txXfrm>
    </dsp:sp>
    <dsp:sp modelId="{C5815972-107C-4EC4-9E1D-F178F094980C}">
      <dsp:nvSpPr>
        <dsp:cNvPr id="0" name=""/>
        <dsp:cNvSpPr/>
      </dsp:nvSpPr>
      <dsp:spPr>
        <a:xfrm>
          <a:off x="2624175" y="667062"/>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BA0C1EC-C9E5-4028-A8A2-29E839019FCA}">
      <dsp:nvSpPr>
        <dsp:cNvPr id="0" name=""/>
        <dsp:cNvSpPr/>
      </dsp:nvSpPr>
      <dsp:spPr>
        <a:xfrm>
          <a:off x="2129175" y="180734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i="0" kern="1200" baseline="0"/>
            <a:t>FastAPI used as the backend framework for efficient request handling</a:t>
          </a:r>
          <a:endParaRPr lang="en-US" sz="1300" kern="1200"/>
        </a:p>
      </dsp:txBody>
      <dsp:txXfrm>
        <a:off x="2129175" y="1807344"/>
        <a:ext cx="1800000" cy="720000"/>
      </dsp:txXfrm>
    </dsp:sp>
    <dsp:sp modelId="{502953BE-1A7C-4522-8A39-6EA5669384A3}">
      <dsp:nvSpPr>
        <dsp:cNvPr id="0" name=""/>
        <dsp:cNvSpPr/>
      </dsp:nvSpPr>
      <dsp:spPr>
        <a:xfrm>
          <a:off x="509174" y="2977343"/>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EC5626D-1FB3-4AE1-8628-7783E7550E18}">
      <dsp:nvSpPr>
        <dsp:cNvPr id="0" name=""/>
        <dsp:cNvSpPr/>
      </dsp:nvSpPr>
      <dsp:spPr>
        <a:xfrm>
          <a:off x="14174" y="411762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i="0" kern="1200" baseline="0"/>
            <a:t>WebSocket integration to enable real-time queue and appointment updates</a:t>
          </a:r>
          <a:endParaRPr lang="en-US" sz="1300" kern="1200"/>
        </a:p>
      </dsp:txBody>
      <dsp:txXfrm>
        <a:off x="14174" y="4117625"/>
        <a:ext cx="1800000" cy="720000"/>
      </dsp:txXfrm>
    </dsp:sp>
    <dsp:sp modelId="{C62225F9-E3C7-4ACC-AAAE-D76D173F6A3F}">
      <dsp:nvSpPr>
        <dsp:cNvPr id="0" name=""/>
        <dsp:cNvSpPr/>
      </dsp:nvSpPr>
      <dsp:spPr>
        <a:xfrm>
          <a:off x="2624175" y="2977343"/>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6DA2F4-66B7-4EE9-90A5-114669A36F3F}">
      <dsp:nvSpPr>
        <dsp:cNvPr id="0" name=""/>
        <dsp:cNvSpPr/>
      </dsp:nvSpPr>
      <dsp:spPr>
        <a:xfrm>
          <a:off x="2129175" y="4117625"/>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b="0" i="0" kern="1200" baseline="0"/>
            <a:t>MySQL database for reliable and persistent data storage</a:t>
          </a:r>
          <a:endParaRPr lang="en-US" sz="1300" kern="1200"/>
        </a:p>
      </dsp:txBody>
      <dsp:txXfrm>
        <a:off x="2129175" y="4117625"/>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C86F21-F5A5-49C7-B4EF-3F291FBB8F8C}">
      <dsp:nvSpPr>
        <dsp:cNvPr id="0" name=""/>
        <dsp:cNvSpPr/>
      </dsp:nvSpPr>
      <dsp:spPr>
        <a:xfrm>
          <a:off x="2401" y="1209894"/>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B19937-C394-4E3F-8567-6F3CE0F892D2}">
      <dsp:nvSpPr>
        <dsp:cNvPr id="0" name=""/>
        <dsp:cNvSpPr/>
      </dsp:nvSpPr>
      <dsp:spPr>
        <a:xfrm>
          <a:off x="192891" y="1390860"/>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baseline="0"/>
            <a:t>Customer: Joins the queue and receives a token</a:t>
          </a:r>
          <a:endParaRPr lang="en-US" sz="1600" kern="1200"/>
        </a:p>
      </dsp:txBody>
      <dsp:txXfrm>
        <a:off x="224776" y="1422745"/>
        <a:ext cx="1650639" cy="1024880"/>
      </dsp:txXfrm>
    </dsp:sp>
    <dsp:sp modelId="{91850274-6F1C-49F8-822D-2F5AA3FEC9B9}">
      <dsp:nvSpPr>
        <dsp:cNvPr id="0" name=""/>
        <dsp:cNvSpPr/>
      </dsp:nvSpPr>
      <dsp:spPr>
        <a:xfrm>
          <a:off x="2097790" y="1209894"/>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8AF602-C3A2-4C41-B5BB-2D0A5E38DEBA}">
      <dsp:nvSpPr>
        <dsp:cNvPr id="0" name=""/>
        <dsp:cNvSpPr/>
      </dsp:nvSpPr>
      <dsp:spPr>
        <a:xfrm>
          <a:off x="2288280" y="1390860"/>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baseline="0"/>
            <a:t>Counter Staff: Serves customers based on assigned tokens</a:t>
          </a:r>
          <a:endParaRPr lang="en-US" sz="1600" kern="1200"/>
        </a:p>
      </dsp:txBody>
      <dsp:txXfrm>
        <a:off x="2320165" y="1422745"/>
        <a:ext cx="1650639" cy="1024880"/>
      </dsp:txXfrm>
    </dsp:sp>
    <dsp:sp modelId="{C5F1324F-ED18-4EB0-B400-2903FA622C68}">
      <dsp:nvSpPr>
        <dsp:cNvPr id="0" name=""/>
        <dsp:cNvSpPr/>
      </dsp:nvSpPr>
      <dsp:spPr>
        <a:xfrm>
          <a:off x="4193180" y="1209894"/>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D6E6BF-D369-47DA-9E4D-B46EE164872B}">
      <dsp:nvSpPr>
        <dsp:cNvPr id="0" name=""/>
        <dsp:cNvSpPr/>
      </dsp:nvSpPr>
      <dsp:spPr>
        <a:xfrm>
          <a:off x="4383670" y="1390860"/>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baseline="0"/>
            <a:t>Admin: Monitors and manages the overall system</a:t>
          </a:r>
          <a:endParaRPr lang="en-US" sz="1600" kern="1200"/>
        </a:p>
      </dsp:txBody>
      <dsp:txXfrm>
        <a:off x="4415555" y="1422745"/>
        <a:ext cx="1650639" cy="1024880"/>
      </dsp:txXfrm>
    </dsp:sp>
    <dsp:sp modelId="{2CD15B7B-5922-4CEE-B856-F5A09995B8B3}">
      <dsp:nvSpPr>
        <dsp:cNvPr id="0" name=""/>
        <dsp:cNvSpPr/>
      </dsp:nvSpPr>
      <dsp:spPr>
        <a:xfrm>
          <a:off x="6288570" y="1209894"/>
          <a:ext cx="1714409" cy="1088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C51413-A4D4-4D17-9F65-7542869234DC}">
      <dsp:nvSpPr>
        <dsp:cNvPr id="0" name=""/>
        <dsp:cNvSpPr/>
      </dsp:nvSpPr>
      <dsp:spPr>
        <a:xfrm>
          <a:off x="6479060" y="1390860"/>
          <a:ext cx="1714409" cy="10886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baseline="0"/>
            <a:t>Display Client: Shows real-time queue status and token numbers</a:t>
          </a:r>
          <a:endParaRPr lang="en-US" sz="1600" kern="1200"/>
        </a:p>
      </dsp:txBody>
      <dsp:txXfrm>
        <a:off x="6510945" y="1422745"/>
        <a:ext cx="1650639" cy="1024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40239-01A7-4ED0-891F-8848EC66A0C4}">
      <dsp:nvSpPr>
        <dsp:cNvPr id="0" name=""/>
        <dsp:cNvSpPr/>
      </dsp:nvSpPr>
      <dsp:spPr>
        <a:xfrm>
          <a:off x="2714" y="0"/>
          <a:ext cx="1469885" cy="16312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598" tIns="330200" rIns="114598" bIns="330200" numCol="1" spcCol="1270" anchor="t" anchorCtr="0">
          <a:noAutofit/>
        </a:bodyPr>
        <a:lstStyle/>
        <a:p>
          <a:pPr marL="0" lvl="0" indent="0" algn="just" defTabSz="488950">
            <a:lnSpc>
              <a:spcPct val="90000"/>
            </a:lnSpc>
            <a:spcBef>
              <a:spcPct val="0"/>
            </a:spcBef>
            <a:spcAft>
              <a:spcPct val="35000"/>
            </a:spcAft>
            <a:buNone/>
          </a:pPr>
          <a:r>
            <a:rPr lang="en-US" sz="1100" b="0" i="0" kern="1200" baseline="0" dirty="0"/>
            <a:t>Support digital queue registration for customers</a:t>
          </a:r>
          <a:endParaRPr lang="en-US" sz="1100" kern="1200" dirty="0"/>
        </a:p>
      </dsp:txBody>
      <dsp:txXfrm>
        <a:off x="2714" y="619862"/>
        <a:ext cx="1469885" cy="978729"/>
      </dsp:txXfrm>
    </dsp:sp>
    <dsp:sp modelId="{C820ADE1-DDF7-43F7-9A2E-D58AC2CBCD14}">
      <dsp:nvSpPr>
        <dsp:cNvPr id="0" name=""/>
        <dsp:cNvSpPr/>
      </dsp:nvSpPr>
      <dsp:spPr>
        <a:xfrm>
          <a:off x="492975" y="163121"/>
          <a:ext cx="489364" cy="489364"/>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53" tIns="12700" rIns="38153" bIns="12700" numCol="1" spcCol="1270" anchor="ctr" anchorCtr="0">
          <a:noAutofit/>
        </a:bodyPr>
        <a:lstStyle/>
        <a:p>
          <a:pPr marL="0" lvl="0" indent="0" algn="ctr" defTabSz="977900">
            <a:lnSpc>
              <a:spcPct val="90000"/>
            </a:lnSpc>
            <a:spcBef>
              <a:spcPct val="0"/>
            </a:spcBef>
            <a:spcAft>
              <a:spcPct val="35000"/>
            </a:spcAft>
            <a:buNone/>
          </a:pPr>
          <a:r>
            <a:rPr lang="en-US" sz="2200" kern="1200"/>
            <a:t>1</a:t>
          </a:r>
        </a:p>
      </dsp:txBody>
      <dsp:txXfrm>
        <a:off x="564641" y="234787"/>
        <a:ext cx="346032" cy="346032"/>
      </dsp:txXfrm>
    </dsp:sp>
    <dsp:sp modelId="{96E03C56-A4C5-4899-A250-93543F326E41}">
      <dsp:nvSpPr>
        <dsp:cNvPr id="0" name=""/>
        <dsp:cNvSpPr/>
      </dsp:nvSpPr>
      <dsp:spPr>
        <a:xfrm>
          <a:off x="2714" y="1631144"/>
          <a:ext cx="1469885"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A17664-9921-4525-867C-EE635626D838}">
      <dsp:nvSpPr>
        <dsp:cNvPr id="0" name=""/>
        <dsp:cNvSpPr/>
      </dsp:nvSpPr>
      <dsp:spPr>
        <a:xfrm>
          <a:off x="1619588" y="0"/>
          <a:ext cx="1469885" cy="16312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598" tIns="330200" rIns="114598" bIns="330200" numCol="1" spcCol="1270" anchor="t" anchorCtr="0">
          <a:noAutofit/>
        </a:bodyPr>
        <a:lstStyle/>
        <a:p>
          <a:pPr marL="0" lvl="0" indent="0" algn="just" defTabSz="488950">
            <a:lnSpc>
              <a:spcPct val="90000"/>
            </a:lnSpc>
            <a:spcBef>
              <a:spcPct val="0"/>
            </a:spcBef>
            <a:spcAft>
              <a:spcPct val="35000"/>
            </a:spcAft>
            <a:buNone/>
          </a:pPr>
          <a:r>
            <a:rPr lang="en-US" sz="1100" b="0" i="0" kern="1200" baseline="0" dirty="0"/>
            <a:t>Provide real-time updates of queue and token status</a:t>
          </a:r>
          <a:endParaRPr lang="en-US" sz="1100" kern="1200" dirty="0"/>
        </a:p>
      </dsp:txBody>
      <dsp:txXfrm>
        <a:off x="1619588" y="619862"/>
        <a:ext cx="1469885" cy="978729"/>
      </dsp:txXfrm>
    </dsp:sp>
    <dsp:sp modelId="{B0FF35FC-5F98-4779-9AB1-BB6A0874406A}">
      <dsp:nvSpPr>
        <dsp:cNvPr id="0" name=""/>
        <dsp:cNvSpPr/>
      </dsp:nvSpPr>
      <dsp:spPr>
        <a:xfrm>
          <a:off x="2109848" y="163121"/>
          <a:ext cx="489364" cy="489364"/>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53" tIns="12700" rIns="38153" bIns="12700" numCol="1" spcCol="1270" anchor="ctr" anchorCtr="0">
          <a:noAutofit/>
        </a:bodyPr>
        <a:lstStyle/>
        <a:p>
          <a:pPr marL="0" lvl="0" indent="0" algn="ctr" defTabSz="977900">
            <a:lnSpc>
              <a:spcPct val="90000"/>
            </a:lnSpc>
            <a:spcBef>
              <a:spcPct val="0"/>
            </a:spcBef>
            <a:spcAft>
              <a:spcPct val="35000"/>
            </a:spcAft>
            <a:buNone/>
          </a:pPr>
          <a:r>
            <a:rPr lang="en-US" sz="2200" kern="1200"/>
            <a:t>2</a:t>
          </a:r>
        </a:p>
      </dsp:txBody>
      <dsp:txXfrm>
        <a:off x="2181514" y="234787"/>
        <a:ext cx="346032" cy="346032"/>
      </dsp:txXfrm>
    </dsp:sp>
    <dsp:sp modelId="{088CE852-5C88-456F-97B2-3780C9C6616D}">
      <dsp:nvSpPr>
        <dsp:cNvPr id="0" name=""/>
        <dsp:cNvSpPr/>
      </dsp:nvSpPr>
      <dsp:spPr>
        <a:xfrm>
          <a:off x="1619588" y="1631144"/>
          <a:ext cx="1469885"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E3073A-B98D-42A0-9D89-EA9D1AD684E8}">
      <dsp:nvSpPr>
        <dsp:cNvPr id="0" name=""/>
        <dsp:cNvSpPr/>
      </dsp:nvSpPr>
      <dsp:spPr>
        <a:xfrm>
          <a:off x="3236462" y="0"/>
          <a:ext cx="1469885" cy="16312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598" tIns="330200" rIns="114598" bIns="330200" numCol="1" spcCol="1270" anchor="t" anchorCtr="0">
          <a:noAutofit/>
        </a:bodyPr>
        <a:lstStyle/>
        <a:p>
          <a:pPr marL="0" lvl="0" indent="0" algn="just" defTabSz="488950">
            <a:lnSpc>
              <a:spcPct val="90000"/>
            </a:lnSpc>
            <a:spcBef>
              <a:spcPct val="0"/>
            </a:spcBef>
            <a:spcAft>
              <a:spcPct val="35000"/>
            </a:spcAft>
            <a:buNone/>
          </a:pPr>
          <a:r>
            <a:rPr lang="en-US" sz="1100" b="0" i="0" kern="1200" baseline="0" dirty="0"/>
            <a:t>Automatically progress the queue as tokens are served</a:t>
          </a:r>
          <a:endParaRPr lang="en-US" sz="1100" kern="1200" dirty="0"/>
        </a:p>
      </dsp:txBody>
      <dsp:txXfrm>
        <a:off x="3236462" y="619862"/>
        <a:ext cx="1469885" cy="978729"/>
      </dsp:txXfrm>
    </dsp:sp>
    <dsp:sp modelId="{CA28D010-4B9D-405D-9476-3C600DE4DBCC}">
      <dsp:nvSpPr>
        <dsp:cNvPr id="0" name=""/>
        <dsp:cNvSpPr/>
      </dsp:nvSpPr>
      <dsp:spPr>
        <a:xfrm>
          <a:off x="3726722" y="163121"/>
          <a:ext cx="489364" cy="489364"/>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53" tIns="12700" rIns="38153" bIns="12700" numCol="1" spcCol="1270" anchor="ctr" anchorCtr="0">
          <a:noAutofit/>
        </a:bodyPr>
        <a:lstStyle/>
        <a:p>
          <a:pPr marL="0" lvl="0" indent="0" algn="ctr" defTabSz="977900">
            <a:lnSpc>
              <a:spcPct val="90000"/>
            </a:lnSpc>
            <a:spcBef>
              <a:spcPct val="0"/>
            </a:spcBef>
            <a:spcAft>
              <a:spcPct val="35000"/>
            </a:spcAft>
            <a:buNone/>
          </a:pPr>
          <a:r>
            <a:rPr lang="en-US" sz="2200" kern="1200"/>
            <a:t>3</a:t>
          </a:r>
        </a:p>
      </dsp:txBody>
      <dsp:txXfrm>
        <a:off x="3798388" y="234787"/>
        <a:ext cx="346032" cy="346032"/>
      </dsp:txXfrm>
    </dsp:sp>
    <dsp:sp modelId="{C827ED4D-BD9F-4BAB-9538-472D73B189F0}">
      <dsp:nvSpPr>
        <dsp:cNvPr id="0" name=""/>
        <dsp:cNvSpPr/>
      </dsp:nvSpPr>
      <dsp:spPr>
        <a:xfrm>
          <a:off x="3236462" y="1631144"/>
          <a:ext cx="1469885"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0EC1A0-28BF-460A-871F-12F240E30629}">
      <dsp:nvSpPr>
        <dsp:cNvPr id="0" name=""/>
        <dsp:cNvSpPr/>
      </dsp:nvSpPr>
      <dsp:spPr>
        <a:xfrm>
          <a:off x="4853336" y="0"/>
          <a:ext cx="1469885" cy="16312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598" tIns="330200" rIns="114598" bIns="330200" numCol="1" spcCol="1270" anchor="t" anchorCtr="0">
          <a:noAutofit/>
        </a:bodyPr>
        <a:lstStyle/>
        <a:p>
          <a:pPr marL="0" lvl="0" indent="0" algn="just" defTabSz="488950">
            <a:lnSpc>
              <a:spcPct val="90000"/>
            </a:lnSpc>
            <a:spcBef>
              <a:spcPct val="0"/>
            </a:spcBef>
            <a:spcAft>
              <a:spcPct val="35000"/>
            </a:spcAft>
            <a:buNone/>
          </a:pPr>
          <a:r>
            <a:rPr lang="en-US" sz="1100" b="0" i="0" kern="1200" baseline="0" dirty="0"/>
            <a:t>Enable counter monitoring for staff and administrators</a:t>
          </a:r>
          <a:endParaRPr lang="en-US" sz="1100" kern="1200" dirty="0"/>
        </a:p>
      </dsp:txBody>
      <dsp:txXfrm>
        <a:off x="4853336" y="619862"/>
        <a:ext cx="1469885" cy="978729"/>
      </dsp:txXfrm>
    </dsp:sp>
    <dsp:sp modelId="{591986CB-8D64-4BFB-97BD-62F10DE311FB}">
      <dsp:nvSpPr>
        <dsp:cNvPr id="0" name=""/>
        <dsp:cNvSpPr/>
      </dsp:nvSpPr>
      <dsp:spPr>
        <a:xfrm>
          <a:off x="5343596" y="163121"/>
          <a:ext cx="489364" cy="489364"/>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53" tIns="12700" rIns="38153" bIns="12700" numCol="1" spcCol="1270" anchor="ctr" anchorCtr="0">
          <a:noAutofit/>
        </a:bodyPr>
        <a:lstStyle/>
        <a:p>
          <a:pPr marL="0" lvl="0" indent="0" algn="ctr" defTabSz="977900">
            <a:lnSpc>
              <a:spcPct val="90000"/>
            </a:lnSpc>
            <a:spcBef>
              <a:spcPct val="0"/>
            </a:spcBef>
            <a:spcAft>
              <a:spcPct val="35000"/>
            </a:spcAft>
            <a:buNone/>
          </a:pPr>
          <a:r>
            <a:rPr lang="en-US" sz="2200" kern="1200"/>
            <a:t>4</a:t>
          </a:r>
        </a:p>
      </dsp:txBody>
      <dsp:txXfrm>
        <a:off x="5415262" y="234787"/>
        <a:ext cx="346032" cy="346032"/>
      </dsp:txXfrm>
    </dsp:sp>
    <dsp:sp modelId="{66F9A03A-5537-4332-8E74-B6975C6212DA}">
      <dsp:nvSpPr>
        <dsp:cNvPr id="0" name=""/>
        <dsp:cNvSpPr/>
      </dsp:nvSpPr>
      <dsp:spPr>
        <a:xfrm>
          <a:off x="4853336" y="1631144"/>
          <a:ext cx="1469885"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F577EF-F494-40AF-B046-969D27C5C628}">
      <dsp:nvSpPr>
        <dsp:cNvPr id="0" name=""/>
        <dsp:cNvSpPr/>
      </dsp:nvSpPr>
      <dsp:spPr>
        <a:xfrm>
          <a:off x="6470209" y="0"/>
          <a:ext cx="1469885" cy="1631216"/>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598" tIns="330200" rIns="114598" bIns="330200" numCol="1" spcCol="1270" anchor="t" anchorCtr="0">
          <a:noAutofit/>
        </a:bodyPr>
        <a:lstStyle/>
        <a:p>
          <a:pPr marL="0" lvl="0" indent="0" algn="just" defTabSz="488950">
            <a:lnSpc>
              <a:spcPct val="90000"/>
            </a:lnSpc>
            <a:spcBef>
              <a:spcPct val="0"/>
            </a:spcBef>
            <a:spcAft>
              <a:spcPct val="35000"/>
            </a:spcAft>
            <a:buNone/>
          </a:pPr>
          <a:r>
            <a:rPr lang="en-US" sz="1100" b="0" i="0" kern="1200" baseline="0" dirty="0"/>
            <a:t>Ensure data persistence for all queue and transaction records</a:t>
          </a:r>
          <a:endParaRPr lang="en-US" sz="1100" kern="1200" dirty="0"/>
        </a:p>
      </dsp:txBody>
      <dsp:txXfrm>
        <a:off x="6470209" y="619862"/>
        <a:ext cx="1469885" cy="978729"/>
      </dsp:txXfrm>
    </dsp:sp>
    <dsp:sp modelId="{0F561D05-94AD-439A-9EAD-57DAA240FE64}">
      <dsp:nvSpPr>
        <dsp:cNvPr id="0" name=""/>
        <dsp:cNvSpPr/>
      </dsp:nvSpPr>
      <dsp:spPr>
        <a:xfrm>
          <a:off x="6960470" y="163121"/>
          <a:ext cx="489364" cy="489364"/>
        </a:xfrm>
        <a:prstGeom prst="ellips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53" tIns="12700" rIns="38153" bIns="12700" numCol="1" spcCol="1270" anchor="ctr" anchorCtr="0">
          <a:noAutofit/>
        </a:bodyPr>
        <a:lstStyle/>
        <a:p>
          <a:pPr marL="0" lvl="0" indent="0" algn="ctr" defTabSz="977900">
            <a:lnSpc>
              <a:spcPct val="90000"/>
            </a:lnSpc>
            <a:spcBef>
              <a:spcPct val="0"/>
            </a:spcBef>
            <a:spcAft>
              <a:spcPct val="35000"/>
            </a:spcAft>
            <a:buNone/>
          </a:pPr>
          <a:r>
            <a:rPr lang="en-US" sz="2200" kern="1200"/>
            <a:t>5</a:t>
          </a:r>
        </a:p>
      </dsp:txBody>
      <dsp:txXfrm>
        <a:off x="7032136" y="234787"/>
        <a:ext cx="346032" cy="346032"/>
      </dsp:txXfrm>
    </dsp:sp>
    <dsp:sp modelId="{8EA82CE4-8567-4D7F-898A-00C1CECD67AE}">
      <dsp:nvSpPr>
        <dsp:cNvPr id="0" name=""/>
        <dsp:cNvSpPr/>
      </dsp:nvSpPr>
      <dsp:spPr>
        <a:xfrm>
          <a:off x="6470209" y="1631144"/>
          <a:ext cx="1469885" cy="72"/>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D44F6-6A7E-4FDC-8FDC-91BC98B027BC}">
      <dsp:nvSpPr>
        <dsp:cNvPr id="0" name=""/>
        <dsp:cNvSpPr/>
      </dsp:nvSpPr>
      <dsp:spPr>
        <a:xfrm>
          <a:off x="368482" y="702615"/>
          <a:ext cx="601962" cy="601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EFB392-28CF-443C-BB5D-B628501E03EC}">
      <dsp:nvSpPr>
        <dsp:cNvPr id="0" name=""/>
        <dsp:cNvSpPr/>
      </dsp:nvSpPr>
      <dsp:spPr>
        <a:xfrm>
          <a:off x="616" y="1505321"/>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488950">
            <a:lnSpc>
              <a:spcPct val="100000"/>
            </a:lnSpc>
            <a:spcBef>
              <a:spcPct val="0"/>
            </a:spcBef>
            <a:spcAft>
              <a:spcPct val="35000"/>
            </a:spcAft>
            <a:buNone/>
          </a:pPr>
          <a:r>
            <a:rPr lang="en-US" sz="1100" i="0" kern="1200" baseline="0" dirty="0"/>
            <a:t>High Performance: System should handle multiple concurrent users with minimal response time</a:t>
          </a:r>
          <a:endParaRPr lang="en-US" sz="1100" kern="1200" dirty="0"/>
        </a:p>
      </dsp:txBody>
      <dsp:txXfrm>
        <a:off x="616" y="1505321"/>
        <a:ext cx="1337695" cy="535078"/>
      </dsp:txXfrm>
    </dsp:sp>
    <dsp:sp modelId="{26088F1D-BCF5-44E0-9691-15D3C422C1DE}">
      <dsp:nvSpPr>
        <dsp:cNvPr id="0" name=""/>
        <dsp:cNvSpPr/>
      </dsp:nvSpPr>
      <dsp:spPr>
        <a:xfrm>
          <a:off x="1940274" y="702615"/>
          <a:ext cx="601962" cy="601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932B28-BAD9-4C4B-BCA0-C0711560010E}">
      <dsp:nvSpPr>
        <dsp:cNvPr id="0" name=""/>
        <dsp:cNvSpPr/>
      </dsp:nvSpPr>
      <dsp:spPr>
        <a:xfrm>
          <a:off x="1572408" y="1505321"/>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488950">
            <a:lnSpc>
              <a:spcPct val="100000"/>
            </a:lnSpc>
            <a:spcBef>
              <a:spcPct val="0"/>
            </a:spcBef>
            <a:spcAft>
              <a:spcPct val="35000"/>
            </a:spcAft>
            <a:buNone/>
          </a:pPr>
          <a:r>
            <a:rPr lang="en-US" sz="1100" i="0" kern="1200" baseline="0" dirty="0"/>
            <a:t>Reliability: Ensure consistent operation with minimal downtime and accurate data handling</a:t>
          </a:r>
          <a:endParaRPr lang="en-US" sz="1100" kern="1200" dirty="0"/>
        </a:p>
      </dsp:txBody>
      <dsp:txXfrm>
        <a:off x="1572408" y="1505321"/>
        <a:ext cx="1337695" cy="535078"/>
      </dsp:txXfrm>
    </dsp:sp>
    <dsp:sp modelId="{341C90D9-AFD0-4045-8518-765FD1A5DEF8}">
      <dsp:nvSpPr>
        <dsp:cNvPr id="0" name=""/>
        <dsp:cNvSpPr/>
      </dsp:nvSpPr>
      <dsp:spPr>
        <a:xfrm>
          <a:off x="3512066" y="702615"/>
          <a:ext cx="601962" cy="601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09D4F7-6496-434F-859F-3FBA67597A4C}">
      <dsp:nvSpPr>
        <dsp:cNvPr id="0" name=""/>
        <dsp:cNvSpPr/>
      </dsp:nvSpPr>
      <dsp:spPr>
        <a:xfrm>
          <a:off x="3144200" y="1505321"/>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488950">
            <a:lnSpc>
              <a:spcPct val="100000"/>
            </a:lnSpc>
            <a:spcBef>
              <a:spcPct val="0"/>
            </a:spcBef>
            <a:spcAft>
              <a:spcPct val="35000"/>
            </a:spcAft>
            <a:buNone/>
          </a:pPr>
          <a:r>
            <a:rPr lang="en-US" sz="1100" i="0" kern="1200" baseline="0" dirty="0"/>
            <a:t>Scalability: Support increasing users, counters, and queues without performance degradation</a:t>
          </a:r>
          <a:endParaRPr lang="en-US" sz="1100" kern="1200" dirty="0"/>
        </a:p>
      </dsp:txBody>
      <dsp:txXfrm>
        <a:off x="3144200" y="1505321"/>
        <a:ext cx="1337695" cy="535078"/>
      </dsp:txXfrm>
    </dsp:sp>
    <dsp:sp modelId="{FE9369FC-D410-4114-83BA-0F941859DA1D}">
      <dsp:nvSpPr>
        <dsp:cNvPr id="0" name=""/>
        <dsp:cNvSpPr/>
      </dsp:nvSpPr>
      <dsp:spPr>
        <a:xfrm>
          <a:off x="5083858" y="702615"/>
          <a:ext cx="601962" cy="60196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CD4835-3954-4A6A-B50D-A155EF3880A2}">
      <dsp:nvSpPr>
        <dsp:cNvPr id="0" name=""/>
        <dsp:cNvSpPr/>
      </dsp:nvSpPr>
      <dsp:spPr>
        <a:xfrm>
          <a:off x="4715992" y="1505321"/>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488950">
            <a:lnSpc>
              <a:spcPct val="100000"/>
            </a:lnSpc>
            <a:spcBef>
              <a:spcPct val="0"/>
            </a:spcBef>
            <a:spcAft>
              <a:spcPct val="35000"/>
            </a:spcAft>
            <a:buNone/>
          </a:pPr>
          <a:r>
            <a:rPr lang="en-US" sz="1100" i="0" kern="1200" baseline="0" dirty="0"/>
            <a:t>Usability: Provide an intuitive and easy-to-use interface for all user roles</a:t>
          </a:r>
          <a:endParaRPr lang="en-US" sz="1100" kern="1200" dirty="0"/>
        </a:p>
      </dsp:txBody>
      <dsp:txXfrm>
        <a:off x="4715992" y="1505321"/>
        <a:ext cx="1337695" cy="535078"/>
      </dsp:txXfrm>
    </dsp:sp>
    <dsp:sp modelId="{3F79B62E-E6B8-4A64-9C9F-90E292480777}">
      <dsp:nvSpPr>
        <dsp:cNvPr id="0" name=""/>
        <dsp:cNvSpPr/>
      </dsp:nvSpPr>
      <dsp:spPr>
        <a:xfrm>
          <a:off x="6655650" y="702615"/>
          <a:ext cx="601962" cy="60196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8E9946-306F-445B-9419-67F3B5D5496E}">
      <dsp:nvSpPr>
        <dsp:cNvPr id="0" name=""/>
        <dsp:cNvSpPr/>
      </dsp:nvSpPr>
      <dsp:spPr>
        <a:xfrm>
          <a:off x="6287784" y="1505321"/>
          <a:ext cx="1337695" cy="535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488950">
            <a:lnSpc>
              <a:spcPct val="100000"/>
            </a:lnSpc>
            <a:spcBef>
              <a:spcPct val="0"/>
            </a:spcBef>
            <a:spcAft>
              <a:spcPct val="35000"/>
            </a:spcAft>
            <a:buNone/>
          </a:pPr>
          <a:r>
            <a:rPr lang="en-US" sz="1100" i="0" kern="1200" baseline="0" dirty="0"/>
            <a:t>Maintainability: Enable easy updates, debugging, and system enhancements</a:t>
          </a:r>
          <a:endParaRPr lang="en-US" sz="1100" kern="1200" dirty="0"/>
        </a:p>
      </dsp:txBody>
      <dsp:txXfrm>
        <a:off x="6287784" y="1505321"/>
        <a:ext cx="1337695" cy="5350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51D737-DD5C-46CD-A4EB-10C1F74419DA}">
      <dsp:nvSpPr>
        <dsp:cNvPr id="0" name=""/>
        <dsp:cNvSpPr/>
      </dsp:nvSpPr>
      <dsp:spPr>
        <a:xfrm>
          <a:off x="38334" y="100041"/>
          <a:ext cx="1087821" cy="108782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2B4494-498C-42AB-B521-E48132C6AD76}">
      <dsp:nvSpPr>
        <dsp:cNvPr id="0" name=""/>
        <dsp:cNvSpPr/>
      </dsp:nvSpPr>
      <dsp:spPr>
        <a:xfrm>
          <a:off x="266777" y="328484"/>
          <a:ext cx="630936" cy="6309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1AFA73-3CBE-4003-B0BD-3BF43C4BC8D0}">
      <dsp:nvSpPr>
        <dsp:cNvPr id="0" name=""/>
        <dsp:cNvSpPr/>
      </dsp:nvSpPr>
      <dsp:spPr>
        <a:xfrm>
          <a:off x="1359261" y="100041"/>
          <a:ext cx="2564150" cy="1087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77850">
            <a:lnSpc>
              <a:spcPct val="100000"/>
            </a:lnSpc>
            <a:spcBef>
              <a:spcPct val="0"/>
            </a:spcBef>
            <a:spcAft>
              <a:spcPct val="35000"/>
            </a:spcAft>
            <a:buNone/>
          </a:pPr>
          <a:r>
            <a:rPr lang="en-US" sz="1300" i="0" kern="1200" baseline="0" dirty="0"/>
            <a:t>Token Table: Stores information about issued tokens, including token number, customer details, status, and timestamp.</a:t>
          </a:r>
          <a:endParaRPr lang="en-US" sz="1300" kern="1200" dirty="0"/>
        </a:p>
      </dsp:txBody>
      <dsp:txXfrm>
        <a:off x="1359261" y="100041"/>
        <a:ext cx="2564150" cy="1087821"/>
      </dsp:txXfrm>
    </dsp:sp>
    <dsp:sp modelId="{0F871D40-6A93-4F53-83C0-29631C4B4A0E}">
      <dsp:nvSpPr>
        <dsp:cNvPr id="0" name=""/>
        <dsp:cNvSpPr/>
      </dsp:nvSpPr>
      <dsp:spPr>
        <a:xfrm>
          <a:off x="4370195" y="100041"/>
          <a:ext cx="1087821" cy="108782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832C58-1FCA-43C9-B47C-EDBEF1B6C585}">
      <dsp:nvSpPr>
        <dsp:cNvPr id="0" name=""/>
        <dsp:cNvSpPr/>
      </dsp:nvSpPr>
      <dsp:spPr>
        <a:xfrm>
          <a:off x="4598638" y="328484"/>
          <a:ext cx="630936" cy="6309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32E62D-B5CB-4ED4-A7EE-5E791144E2AB}">
      <dsp:nvSpPr>
        <dsp:cNvPr id="0" name=""/>
        <dsp:cNvSpPr/>
      </dsp:nvSpPr>
      <dsp:spPr>
        <a:xfrm>
          <a:off x="5691122" y="100041"/>
          <a:ext cx="2564150" cy="1087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77850">
            <a:lnSpc>
              <a:spcPct val="100000"/>
            </a:lnSpc>
            <a:spcBef>
              <a:spcPct val="0"/>
            </a:spcBef>
            <a:spcAft>
              <a:spcPct val="35000"/>
            </a:spcAft>
            <a:buNone/>
          </a:pPr>
          <a:r>
            <a:rPr lang="en-US" sz="1300" i="0" kern="1200" baseline="0" dirty="0"/>
            <a:t>Counter Table: Maintains details of service counters, assigned staff, and current serving token.</a:t>
          </a:r>
          <a:endParaRPr lang="en-US" sz="1300" kern="1200" dirty="0"/>
        </a:p>
      </dsp:txBody>
      <dsp:txXfrm>
        <a:off x="5691122" y="100041"/>
        <a:ext cx="2564150" cy="1087821"/>
      </dsp:txXfrm>
    </dsp:sp>
    <dsp:sp modelId="{2FE81659-4A57-45DD-A33F-88E7623693B5}">
      <dsp:nvSpPr>
        <dsp:cNvPr id="0" name=""/>
        <dsp:cNvSpPr/>
      </dsp:nvSpPr>
      <dsp:spPr>
        <a:xfrm>
          <a:off x="38334" y="1674458"/>
          <a:ext cx="1087821" cy="108782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E3B07B-0CE8-42EC-BCB7-40E82075C20D}">
      <dsp:nvSpPr>
        <dsp:cNvPr id="0" name=""/>
        <dsp:cNvSpPr/>
      </dsp:nvSpPr>
      <dsp:spPr>
        <a:xfrm>
          <a:off x="266777" y="1902900"/>
          <a:ext cx="630936" cy="6309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A4221E-AB59-4D58-B5B3-B3834C23740E}">
      <dsp:nvSpPr>
        <dsp:cNvPr id="0" name=""/>
        <dsp:cNvSpPr/>
      </dsp:nvSpPr>
      <dsp:spPr>
        <a:xfrm>
          <a:off x="1359261" y="1674458"/>
          <a:ext cx="2564150" cy="1087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77850">
            <a:lnSpc>
              <a:spcPct val="100000"/>
            </a:lnSpc>
            <a:spcBef>
              <a:spcPct val="0"/>
            </a:spcBef>
            <a:spcAft>
              <a:spcPct val="35000"/>
            </a:spcAft>
            <a:buNone/>
          </a:pPr>
          <a:r>
            <a:rPr lang="en-US" sz="1300" i="0" kern="1200" baseline="0" dirty="0"/>
            <a:t>Service History Table: Records past transactions and served tokens for monitoring and reporting purposes.</a:t>
          </a:r>
          <a:endParaRPr lang="en-US" sz="1300" kern="1200" dirty="0"/>
        </a:p>
      </dsp:txBody>
      <dsp:txXfrm>
        <a:off x="1359261" y="1674458"/>
        <a:ext cx="2564150" cy="1087821"/>
      </dsp:txXfrm>
    </dsp:sp>
    <dsp:sp modelId="{9701743E-1747-416F-8BD7-20208E941354}">
      <dsp:nvSpPr>
        <dsp:cNvPr id="0" name=""/>
        <dsp:cNvSpPr/>
      </dsp:nvSpPr>
      <dsp:spPr>
        <a:xfrm>
          <a:off x="4370195" y="1674458"/>
          <a:ext cx="1087821" cy="108782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1EA8CF-CDF1-434F-8077-22C42A276B7E}">
      <dsp:nvSpPr>
        <dsp:cNvPr id="0" name=""/>
        <dsp:cNvSpPr/>
      </dsp:nvSpPr>
      <dsp:spPr>
        <a:xfrm>
          <a:off x="4598638" y="1902900"/>
          <a:ext cx="630936" cy="6309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DF317B-51D3-432C-A90B-FD18A4F173C9}">
      <dsp:nvSpPr>
        <dsp:cNvPr id="0" name=""/>
        <dsp:cNvSpPr/>
      </dsp:nvSpPr>
      <dsp:spPr>
        <a:xfrm>
          <a:off x="5691122" y="1674458"/>
          <a:ext cx="2564150" cy="10878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just" defTabSz="577850">
            <a:lnSpc>
              <a:spcPct val="100000"/>
            </a:lnSpc>
            <a:spcBef>
              <a:spcPct val="0"/>
            </a:spcBef>
            <a:spcAft>
              <a:spcPct val="35000"/>
            </a:spcAft>
            <a:buNone/>
          </a:pPr>
          <a:r>
            <a:rPr lang="en-US" sz="1300" i="0" kern="1200" baseline="0" dirty="0"/>
            <a:t>Relational Structure: Tables are linked using primary and foreign keys to maintain data integrity and enable efficient querying across tokens, counters, and service history.</a:t>
          </a:r>
          <a:endParaRPr lang="en-US" sz="1300" kern="1200" dirty="0"/>
        </a:p>
      </dsp:txBody>
      <dsp:txXfrm>
        <a:off x="5691122" y="1674458"/>
        <a:ext cx="2564150" cy="10878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F2A-9FD5-472D-B46C-7E1D20063F9A}">
      <dsp:nvSpPr>
        <dsp:cNvPr id="0" name=""/>
        <dsp:cNvSpPr/>
      </dsp:nvSpPr>
      <dsp:spPr>
        <a:xfrm>
          <a:off x="398652" y="357750"/>
          <a:ext cx="649423" cy="6494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142979-F840-4952-B129-FB8501456DE3}">
      <dsp:nvSpPr>
        <dsp:cNvPr id="0" name=""/>
        <dsp:cNvSpPr/>
      </dsp:nvSpPr>
      <dsp:spPr>
        <a:xfrm>
          <a:off x="1781" y="1223722"/>
          <a:ext cx="1443164" cy="57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Mobile App &amp; Notifications</a:t>
          </a:r>
          <a:r>
            <a:rPr lang="en-US" sz="1100" b="0" i="0" kern="1200" baseline="0"/>
            <a:t> – Native apps with real-time push alerts for queue and appointment updates.</a:t>
          </a:r>
          <a:endParaRPr lang="en-US" sz="1100" kern="1200"/>
        </a:p>
      </dsp:txBody>
      <dsp:txXfrm>
        <a:off x="1781" y="1223722"/>
        <a:ext cx="1443164" cy="577265"/>
      </dsp:txXfrm>
    </dsp:sp>
    <dsp:sp modelId="{12DDB002-7B59-45D1-A724-3B4B41BD15A2}">
      <dsp:nvSpPr>
        <dsp:cNvPr id="0" name=""/>
        <dsp:cNvSpPr/>
      </dsp:nvSpPr>
      <dsp:spPr>
        <a:xfrm>
          <a:off x="2094369" y="357750"/>
          <a:ext cx="649423" cy="6494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114130-7359-4E4B-A22C-046A28E3B09A}">
      <dsp:nvSpPr>
        <dsp:cNvPr id="0" name=""/>
        <dsp:cNvSpPr/>
      </dsp:nvSpPr>
      <dsp:spPr>
        <a:xfrm>
          <a:off x="1697499" y="1223722"/>
          <a:ext cx="1443164" cy="57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AI-Based Wait Time Prediction</a:t>
          </a:r>
          <a:r>
            <a:rPr lang="en-US" sz="1100" b="0" i="0" kern="1200" baseline="0"/>
            <a:t> – Machine learning to estimate waiting time using historical and live data.</a:t>
          </a:r>
          <a:endParaRPr lang="en-US" sz="1100" kern="1200"/>
        </a:p>
      </dsp:txBody>
      <dsp:txXfrm>
        <a:off x="1697499" y="1223722"/>
        <a:ext cx="1443164" cy="577265"/>
      </dsp:txXfrm>
    </dsp:sp>
    <dsp:sp modelId="{79C07028-BCA8-4D5C-871A-B44360B4065A}">
      <dsp:nvSpPr>
        <dsp:cNvPr id="0" name=""/>
        <dsp:cNvSpPr/>
      </dsp:nvSpPr>
      <dsp:spPr>
        <a:xfrm>
          <a:off x="3790087" y="357750"/>
          <a:ext cx="649423" cy="6494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9EACFC-0E2B-4094-8CE9-48813EE8D325}">
      <dsp:nvSpPr>
        <dsp:cNvPr id="0" name=""/>
        <dsp:cNvSpPr/>
      </dsp:nvSpPr>
      <dsp:spPr>
        <a:xfrm>
          <a:off x="3393217" y="1223722"/>
          <a:ext cx="1443164" cy="57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Analytics Dashboard</a:t>
          </a:r>
          <a:r>
            <a:rPr lang="en-US" sz="1100" b="0" i="0" kern="1200" baseline="0"/>
            <a:t> – Insights on wait time, peak hours, and counter performance for better decisions.</a:t>
          </a:r>
          <a:endParaRPr lang="en-US" sz="1100" kern="1200"/>
        </a:p>
      </dsp:txBody>
      <dsp:txXfrm>
        <a:off x="3393217" y="1223722"/>
        <a:ext cx="1443164" cy="577265"/>
      </dsp:txXfrm>
    </dsp:sp>
    <dsp:sp modelId="{A0BEF4CF-226E-49C4-A29F-5D12B56ABAB6}">
      <dsp:nvSpPr>
        <dsp:cNvPr id="0" name=""/>
        <dsp:cNvSpPr/>
      </dsp:nvSpPr>
      <dsp:spPr>
        <a:xfrm>
          <a:off x="5485805" y="357750"/>
          <a:ext cx="649423" cy="6494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1A6B98-C6D7-48AF-A5A8-1459614C4468}">
      <dsp:nvSpPr>
        <dsp:cNvPr id="0" name=""/>
        <dsp:cNvSpPr/>
      </dsp:nvSpPr>
      <dsp:spPr>
        <a:xfrm>
          <a:off x="5088935" y="1223722"/>
          <a:ext cx="1443164" cy="57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Cloud &amp; Multi-Branch Support</a:t>
          </a:r>
          <a:r>
            <a:rPr lang="en-US" sz="1100" b="0" i="0" kern="1200" baseline="0"/>
            <a:t> – Scalable cloud deployment with centralized control for multiple locations.</a:t>
          </a:r>
          <a:endParaRPr lang="en-US" sz="1100" kern="1200"/>
        </a:p>
      </dsp:txBody>
      <dsp:txXfrm>
        <a:off x="5088935" y="1223722"/>
        <a:ext cx="1443164" cy="577265"/>
      </dsp:txXfrm>
    </dsp:sp>
    <dsp:sp modelId="{D497E4DA-9AA8-442E-8BE7-053660B51027}">
      <dsp:nvSpPr>
        <dsp:cNvPr id="0" name=""/>
        <dsp:cNvSpPr/>
      </dsp:nvSpPr>
      <dsp:spPr>
        <a:xfrm>
          <a:off x="7181523" y="357750"/>
          <a:ext cx="649423" cy="6494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7FFE26-63F5-4447-B6F7-730EB055EA32}">
      <dsp:nvSpPr>
        <dsp:cNvPr id="0" name=""/>
        <dsp:cNvSpPr/>
      </dsp:nvSpPr>
      <dsp:spPr>
        <a:xfrm>
          <a:off x="6784653" y="1223722"/>
          <a:ext cx="1443164" cy="5772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i="0" kern="1200" baseline="0"/>
            <a:t>Enhanced Security &amp; Integrations</a:t>
          </a:r>
          <a:r>
            <a:rPr lang="en-US" sz="1100" b="0" i="0" kern="1200" baseline="0"/>
            <a:t> – OTP login, audit logs, and SMS/WhatsApp system integration.</a:t>
          </a:r>
          <a:endParaRPr lang="en-US" sz="1100" kern="1200"/>
        </a:p>
      </dsp:txBody>
      <dsp:txXfrm>
        <a:off x="6784653" y="1223722"/>
        <a:ext cx="1443164" cy="577265"/>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341641" y="779369"/>
            <a:ext cx="7540322" cy="2928470"/>
          </a:xfrm>
        </p:spPr>
        <p:txBody>
          <a:bodyPr anchor="b">
            <a:normAutofit/>
          </a:bodyPr>
          <a:lstStyle/>
          <a:p>
            <a:pPr algn="l"/>
            <a:r>
              <a:rPr lang="en-IN" sz="4200" dirty="0">
                <a:solidFill>
                  <a:srgbClr val="FFFFFF"/>
                </a:solidFill>
                <a:latin typeface="Artifakt Element Medium" panose="020B0603050000020004" pitchFamily="34" charset="0"/>
                <a:ea typeface="Artifakt Element Medium" panose="020B0603050000020004" pitchFamily="34" charset="0"/>
              </a:rPr>
              <a:t>QUEUE &amp; APPOINTMENT OPTIMIZER</a:t>
            </a:r>
          </a:p>
        </p:txBody>
      </p:sp>
      <p:sp>
        <p:nvSpPr>
          <p:cNvPr id="3" name="Subtitle 2"/>
          <p:cNvSpPr>
            <a:spLocks noGrp="1"/>
          </p:cNvSpPr>
          <p:nvPr>
            <p:ph type="subTitle" idx="1"/>
          </p:nvPr>
        </p:nvSpPr>
        <p:spPr>
          <a:xfrm>
            <a:off x="341641" y="4303203"/>
            <a:ext cx="6991848" cy="980918"/>
          </a:xfrm>
        </p:spPr>
        <p:txBody>
          <a:bodyPr anchor="ctr">
            <a:normAutofit/>
          </a:bodyPr>
          <a:lstStyle/>
          <a:p>
            <a:pPr algn="l"/>
            <a:r>
              <a:rPr lang="en-US" sz="2400" b="1" dirty="0">
                <a:latin typeface="Artifakt Element Medium" panose="020B0603050000020004" pitchFamily="34" charset="0"/>
                <a:ea typeface="Artifakt Element Medium" panose="020B0603050000020004" pitchFamily="34" charset="0"/>
              </a:rPr>
              <a:t>Software Engineering And Agile Development Project</a:t>
            </a:r>
          </a:p>
        </p:txBody>
      </p:sp>
      <p:sp>
        <p:nvSpPr>
          <p:cNvPr id="4" name="TextBox 3">
            <a:extLst>
              <a:ext uri="{FF2B5EF4-FFF2-40B4-BE49-F238E27FC236}">
                <a16:creationId xmlns:a16="http://schemas.microsoft.com/office/drawing/2014/main" id="{DD608FB1-5AE6-49CB-ECDB-704CF5566CE9}"/>
              </a:ext>
            </a:extLst>
          </p:cNvPr>
          <p:cNvSpPr txBox="1"/>
          <p:nvPr/>
        </p:nvSpPr>
        <p:spPr>
          <a:xfrm>
            <a:off x="350784" y="5161546"/>
            <a:ext cx="7257023" cy="1631216"/>
          </a:xfrm>
          <a:prstGeom prst="rect">
            <a:avLst/>
          </a:prstGeom>
          <a:noFill/>
        </p:spPr>
        <p:txBody>
          <a:bodyPr wrap="square" rtlCol="0">
            <a:spAutoFit/>
          </a:bodyPr>
          <a:lstStyle/>
          <a:p>
            <a:r>
              <a:rPr lang="en-US" sz="2000" dirty="0">
                <a:solidFill>
                  <a:srgbClr val="898989"/>
                </a:solidFill>
                <a:latin typeface="Artifakt Element Medium" panose="020B0603050000020004" pitchFamily="34" charset="0"/>
                <a:ea typeface="Artifakt Element Medium" panose="020B0603050000020004" pitchFamily="34" charset="0"/>
              </a:rPr>
              <a:t>Presented By:</a:t>
            </a:r>
          </a:p>
          <a:p>
            <a:r>
              <a:rPr lang="en-US" sz="2000" dirty="0">
                <a:solidFill>
                  <a:srgbClr val="898989"/>
                </a:solidFill>
                <a:latin typeface="Artifakt Element Medium" panose="020B0603050000020004" pitchFamily="34" charset="0"/>
                <a:ea typeface="Artifakt Element Medium" panose="020B0603050000020004" pitchFamily="34" charset="0"/>
              </a:rPr>
              <a:t>Mohd Danish Ansari</a:t>
            </a:r>
          </a:p>
          <a:p>
            <a:r>
              <a:rPr lang="en-US" sz="2000" dirty="0">
                <a:solidFill>
                  <a:srgbClr val="898989"/>
                </a:solidFill>
                <a:latin typeface="Artifakt Element Medium" panose="020B0603050000020004" pitchFamily="34" charset="0"/>
                <a:ea typeface="Artifakt Element Medium" panose="020B0603050000020004" pitchFamily="34" charset="0"/>
              </a:rPr>
              <a:t>Arpit Kumar</a:t>
            </a:r>
          </a:p>
          <a:p>
            <a:r>
              <a:rPr lang="en-US" sz="2000" dirty="0">
                <a:solidFill>
                  <a:srgbClr val="898989"/>
                </a:solidFill>
                <a:latin typeface="Artifakt Element Medium" panose="020B0603050000020004" pitchFamily="34" charset="0"/>
                <a:ea typeface="Artifakt Element Medium" panose="020B0603050000020004" pitchFamily="34" charset="0"/>
              </a:rPr>
              <a:t>Akshat Srivastava</a:t>
            </a:r>
          </a:p>
          <a:p>
            <a:r>
              <a:rPr lang="en-US" sz="2000" dirty="0">
                <a:solidFill>
                  <a:srgbClr val="898989"/>
                </a:solidFill>
                <a:latin typeface="Artifakt Element Medium" panose="020B0603050000020004" pitchFamily="34" charset="0"/>
                <a:ea typeface="Artifakt Element Medium" panose="020B0603050000020004" pitchFamily="34" charset="0"/>
              </a:rPr>
              <a:t>Soumya Ranjan Pradhan</a:t>
            </a:r>
            <a:endParaRPr lang="en-IN" sz="2000" dirty="0">
              <a:solidFill>
                <a:srgbClr val="898989"/>
              </a:solidFill>
              <a:latin typeface="Artifakt Element Medium" panose="020B0603050000020004" pitchFamily="34" charset="0"/>
              <a:ea typeface="Artifakt Element Medium" panose="020B06030500000200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65760" y="274320"/>
            <a:ext cx="3690770" cy="1700396"/>
          </a:xfrm>
        </p:spPr>
        <p:txBody>
          <a:bodyPr anchor="ctr">
            <a:normAutofit/>
          </a:bodyPr>
          <a:lstStyle/>
          <a:p>
            <a:r>
              <a:rPr lang="en-IN" sz="3500" dirty="0">
                <a:latin typeface="Artifakt Element Medium" panose="020B0603050000020004" pitchFamily="34" charset="0"/>
                <a:ea typeface="Artifakt Element Medium" panose="020B0603050000020004" pitchFamily="34" charset="0"/>
              </a:rPr>
              <a:t>INTRODUCTION</a:t>
            </a:r>
          </a:p>
        </p:txBody>
      </p:sp>
      <p:sp>
        <p:nvSpPr>
          <p:cNvPr id="3" name="Content Placeholder 2"/>
          <p:cNvSpPr>
            <a:spLocks noGrp="1"/>
          </p:cNvSpPr>
          <p:nvPr>
            <p:ph idx="1"/>
          </p:nvPr>
        </p:nvSpPr>
        <p:spPr>
          <a:xfrm>
            <a:off x="571351" y="2743200"/>
            <a:ext cx="3485179" cy="3613149"/>
          </a:xfrm>
        </p:spPr>
        <p:txBody>
          <a:bodyPr anchor="ctr">
            <a:normAutofit/>
          </a:bodyPr>
          <a:lstStyle/>
          <a:p>
            <a:pPr marL="0" indent="0" algn="just">
              <a:buNone/>
            </a:pPr>
            <a:r>
              <a:rPr lang="en-US" sz="1700" dirty="0">
                <a:latin typeface="Artifakt Element Medium" panose="020B0603050000020004" pitchFamily="34" charset="0"/>
                <a:ea typeface="Artifakt Element Medium" panose="020B0603050000020004" pitchFamily="34" charset="0"/>
              </a:rPr>
              <a:t>Users often experience long and uncertain waiting periods, while service counters may remain idle due to lack of coordination.</a:t>
            </a:r>
          </a:p>
          <a:p>
            <a:pPr marL="0" indent="0" algn="just">
              <a:buNone/>
            </a:pPr>
            <a:r>
              <a:rPr lang="en-US" sz="1700" dirty="0">
                <a:latin typeface="Artifakt Element Medium" panose="020B0603050000020004" pitchFamily="34" charset="0"/>
                <a:ea typeface="Artifakt Element Medium" panose="020B0603050000020004" pitchFamily="34" charset="0"/>
              </a:rPr>
              <a:t>This project proposes a Queue and Appointment Optimizer in real time, replaces manual coordination with an automated software driven system.</a:t>
            </a:r>
          </a:p>
          <a:p>
            <a:pPr marL="0" indent="0" algn="just">
              <a:buNone/>
            </a:pPr>
            <a:r>
              <a:rPr lang="en-US" sz="1700" dirty="0">
                <a:latin typeface="Artifakt Element Medium" panose="020B0603050000020004" pitchFamily="34" charset="0"/>
                <a:ea typeface="Artifakt Element Medium" panose="020B0603050000020004" pitchFamily="34" charset="0"/>
              </a:rPr>
              <a:t>This system is designed as a web-based platform to ensure easy access, platform independent and scalability.</a:t>
            </a:r>
          </a:p>
        </p:txBody>
      </p:sp>
      <p:pic>
        <p:nvPicPr>
          <p:cNvPr id="5" name="Picture 4" descr="A 3D pattern of ring shapes connected by lines">
            <a:extLst>
              <a:ext uri="{FF2B5EF4-FFF2-40B4-BE49-F238E27FC236}">
                <a16:creationId xmlns:a16="http://schemas.microsoft.com/office/drawing/2014/main" id="{6E422616-B69D-87E0-D8FF-FA08E91642E5}"/>
              </a:ext>
            </a:extLst>
          </p:cNvPr>
          <p:cNvPicPr>
            <a:picLocks noChangeAspect="1"/>
          </p:cNvPicPr>
          <p:nvPr/>
        </p:nvPicPr>
        <p:blipFill>
          <a:blip r:embed="rId2"/>
          <a:srcRect l="14868" r="47590"/>
          <a:stretch>
            <a:fillRect/>
          </a:stretch>
        </p:blipFill>
        <p:spPr>
          <a:xfrm>
            <a:off x="4572000" y="1"/>
            <a:ext cx="4577118"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r>
              <a:rPr lang="en-IN" sz="3850" dirty="0"/>
              <a:t>PROBLEM STATEMENT</a:t>
            </a:r>
          </a:p>
        </p:txBody>
      </p:sp>
      <p:sp>
        <p:nvSpPr>
          <p:cNvPr id="3" name="Content Placeholder 2"/>
          <p:cNvSpPr>
            <a:spLocks noGrp="1"/>
          </p:cNvSpPr>
          <p:nvPr>
            <p:ph idx="1"/>
          </p:nvPr>
        </p:nvSpPr>
        <p:spPr>
          <a:xfrm>
            <a:off x="852321" y="2227943"/>
            <a:ext cx="5033221" cy="3788227"/>
          </a:xfrm>
        </p:spPr>
        <p:txBody>
          <a:bodyPr anchor="ctr">
            <a:normAutofit lnSpcReduction="10000"/>
          </a:bodyPr>
          <a:lstStyle/>
          <a:p>
            <a:pPr marL="0" indent="0" algn="just">
              <a:buNone/>
            </a:pPr>
            <a:r>
              <a:rPr lang="en-US" sz="2100" dirty="0">
                <a:latin typeface="Artifakt Element Medium" panose="020B0603050000020004" pitchFamily="34" charset="0"/>
                <a:ea typeface="Artifakt Element Medium" panose="020B0603050000020004" pitchFamily="34" charset="0"/>
              </a:rPr>
              <a:t>Existing queue and appointment management systems rely on manual or poorly coordinated processes, leading to long waiting times, idle service counters, and inefficient resource utilization. There is a need for a real-time, automated, and scalable system that optimizes queues and appointments dynamically to improve service efficiency and user experience across platforms.</a:t>
            </a:r>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Hourglass">
            <a:extLst>
              <a:ext uri="{FF2B5EF4-FFF2-40B4-BE49-F238E27FC236}">
                <a16:creationId xmlns:a16="http://schemas.microsoft.com/office/drawing/2014/main" id="{2E5DC4C3-76C4-A19D-4468-1F4870B09C2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673770"/>
            <a:ext cx="2415246" cy="2027227"/>
          </a:xfrm>
        </p:spPr>
        <p:txBody>
          <a:bodyPr anchor="t">
            <a:normAutofit/>
          </a:bodyPr>
          <a:lstStyle/>
          <a:p>
            <a:r>
              <a:rPr lang="en-IN" sz="4000">
                <a:solidFill>
                  <a:srgbClr val="FFFFFF"/>
                </a:solidFill>
              </a:rPr>
              <a:t>Objectives</a:t>
            </a:r>
          </a:p>
        </p:txBody>
      </p:sp>
      <p:graphicFrame>
        <p:nvGraphicFramePr>
          <p:cNvPr id="6" name="Rectangle 1">
            <a:extLst>
              <a:ext uri="{FF2B5EF4-FFF2-40B4-BE49-F238E27FC236}">
                <a16:creationId xmlns:a16="http://schemas.microsoft.com/office/drawing/2014/main" id="{B172994A-ABD1-776B-07BB-71EE50DA11F4}"/>
              </a:ext>
            </a:extLst>
          </p:cNvPr>
          <p:cNvGraphicFramePr>
            <a:graphicFrameLocks noGrp="1"/>
          </p:cNvGraphicFramePr>
          <p:nvPr>
            <p:ph idx="1"/>
            <p:extLst>
              <p:ext uri="{D42A27DB-BD31-4B8C-83A1-F6EECF244321}">
                <p14:modId xmlns:p14="http://schemas.microsoft.com/office/powerpoint/2010/main" val="102312780"/>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5628E5CB-913B-4378-97CE-18C9F6410C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3647136" cy="5569291"/>
          </a:xfrm>
        </p:spPr>
        <p:txBody>
          <a:bodyPr>
            <a:normAutofit/>
          </a:bodyPr>
          <a:lstStyle/>
          <a:p>
            <a:r>
              <a:rPr lang="en-IN" sz="4500"/>
              <a:t>System Overview</a:t>
            </a:r>
          </a:p>
        </p:txBody>
      </p:sp>
      <p:graphicFrame>
        <p:nvGraphicFramePr>
          <p:cNvPr id="29" name="Rectangle 1">
            <a:extLst>
              <a:ext uri="{FF2B5EF4-FFF2-40B4-BE49-F238E27FC236}">
                <a16:creationId xmlns:a16="http://schemas.microsoft.com/office/drawing/2014/main" id="{516638F5-B952-92E6-4EE9-05A9A870C5AE}"/>
              </a:ext>
            </a:extLst>
          </p:cNvPr>
          <p:cNvGraphicFramePr>
            <a:graphicFrameLocks noGrp="1"/>
          </p:cNvGraphicFramePr>
          <p:nvPr>
            <p:ph idx="1"/>
            <p:extLst>
              <p:ext uri="{D42A27DB-BD31-4B8C-83A1-F6EECF244321}">
                <p14:modId xmlns:p14="http://schemas.microsoft.com/office/powerpoint/2010/main" val="3554883356"/>
              </p:ext>
            </p:extLst>
          </p:nvPr>
        </p:nvGraphicFramePr>
        <p:xfrm>
          <a:off x="4574286" y="621792"/>
          <a:ext cx="394335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IN" sz="3500">
                <a:solidFill>
                  <a:srgbClr val="FFFFFF"/>
                </a:solidFill>
              </a:rPr>
              <a:t>User Roles</a:t>
            </a:r>
          </a:p>
        </p:txBody>
      </p:sp>
      <p:graphicFrame>
        <p:nvGraphicFramePr>
          <p:cNvPr id="6" name="Rectangle 1">
            <a:extLst>
              <a:ext uri="{FF2B5EF4-FFF2-40B4-BE49-F238E27FC236}">
                <a16:creationId xmlns:a16="http://schemas.microsoft.com/office/drawing/2014/main" id="{49C537CA-A6F9-981E-D43D-AF9903D191B3}"/>
              </a:ext>
            </a:extLst>
          </p:cNvPr>
          <p:cNvGraphicFramePr>
            <a:graphicFrameLocks noGrp="1"/>
          </p:cNvGraphicFramePr>
          <p:nvPr>
            <p:ph idx="1"/>
            <p:extLst>
              <p:ext uri="{D42A27DB-BD31-4B8C-83A1-F6EECF244321}">
                <p14:modId xmlns:p14="http://schemas.microsoft.com/office/powerpoint/2010/main" val="143647025"/>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Functional Requirements</a:t>
            </a:r>
          </a:p>
        </p:txBody>
      </p:sp>
      <p:graphicFrame>
        <p:nvGraphicFramePr>
          <p:cNvPr id="14" name="Rectangle 1">
            <a:extLst>
              <a:ext uri="{FF2B5EF4-FFF2-40B4-BE49-F238E27FC236}">
                <a16:creationId xmlns:a16="http://schemas.microsoft.com/office/drawing/2014/main" id="{D9EDA567-33C9-365D-AC5C-94D7C98665FB}"/>
              </a:ext>
            </a:extLst>
          </p:cNvPr>
          <p:cNvGraphicFramePr>
            <a:graphicFrameLocks noGrp="1"/>
          </p:cNvGraphicFramePr>
          <p:nvPr>
            <p:ph idx="1"/>
            <p:extLst>
              <p:ext uri="{D42A27DB-BD31-4B8C-83A1-F6EECF244321}">
                <p14:modId xmlns:p14="http://schemas.microsoft.com/office/powerpoint/2010/main" val="687147891"/>
              </p:ext>
            </p:extLst>
          </p:nvPr>
        </p:nvGraphicFramePr>
        <p:xfrm>
          <a:off x="478814" y="1570246"/>
          <a:ext cx="7942810" cy="1631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76152AB-DB4E-43E1-BE8B-9E2B5DE4C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92544CF4-9B52-4A7B-A4B3-88C72729B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0"/>
            <a:ext cx="8375586" cy="2743290"/>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Rectangle 14">
            <a:extLst>
              <a:ext uri="{FF2B5EF4-FFF2-40B4-BE49-F238E27FC236}">
                <a16:creationId xmlns:a16="http://schemas.microsoft.com/office/drawing/2014/main" id="{E75862C5-5C00-4421-BC7B-9B7B86DB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196" y="0"/>
            <a:ext cx="8366760" cy="2729038"/>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6676" y="347730"/>
            <a:ext cx="7626096" cy="2052034"/>
          </a:xfrm>
        </p:spPr>
        <p:txBody>
          <a:bodyPr>
            <a:normAutofit/>
          </a:bodyPr>
          <a:lstStyle/>
          <a:p>
            <a:r>
              <a:rPr lang="en-IN" sz="4200"/>
              <a:t>Non-Functional Requirements</a:t>
            </a:r>
          </a:p>
        </p:txBody>
      </p:sp>
      <p:sp>
        <p:nvSpPr>
          <p:cNvPr id="17" name="Rectangle 16">
            <a:extLst>
              <a:ext uri="{FF2B5EF4-FFF2-40B4-BE49-F238E27FC236}">
                <a16:creationId xmlns:a16="http://schemas.microsoft.com/office/drawing/2014/main" id="{089440EF-9BE9-4AE9-8C28-00B02296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1010502"/>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Rectangle 1">
            <a:extLst>
              <a:ext uri="{FF2B5EF4-FFF2-40B4-BE49-F238E27FC236}">
                <a16:creationId xmlns:a16="http://schemas.microsoft.com/office/drawing/2014/main" id="{849F0DA0-6B99-7FAB-DCF3-238220F76770}"/>
              </a:ext>
            </a:extLst>
          </p:cNvPr>
          <p:cNvGraphicFramePr>
            <a:graphicFrameLocks noGrp="1"/>
          </p:cNvGraphicFramePr>
          <p:nvPr>
            <p:ph idx="1"/>
            <p:extLst>
              <p:ext uri="{D42A27DB-BD31-4B8C-83A1-F6EECF244321}">
                <p14:modId xmlns:p14="http://schemas.microsoft.com/office/powerpoint/2010/main" val="2375887177"/>
              </p:ext>
            </p:extLst>
          </p:nvPr>
        </p:nvGraphicFramePr>
        <p:xfrm>
          <a:off x="836676" y="3241582"/>
          <a:ext cx="7626096" cy="2743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r>
              <a:rPr lang="en-IN" sz="3850"/>
              <a:t>System Architecture</a:t>
            </a:r>
          </a:p>
        </p:txBody>
      </p:sp>
      <p:sp>
        <p:nvSpPr>
          <p:cNvPr id="4" name="Rectangle 1">
            <a:extLst>
              <a:ext uri="{FF2B5EF4-FFF2-40B4-BE49-F238E27FC236}">
                <a16:creationId xmlns:a16="http://schemas.microsoft.com/office/drawing/2014/main" id="{8A5F326E-1B99-695D-3931-BC3479C39598}"/>
              </a:ext>
            </a:extLst>
          </p:cNvPr>
          <p:cNvSpPr>
            <a:spLocks noGrp="1" noChangeArrowheads="1"/>
          </p:cNvSpPr>
          <p:nvPr>
            <p:ph idx="1"/>
          </p:nvPr>
        </p:nvSpPr>
        <p:spPr bwMode="auto">
          <a:xfrm>
            <a:off x="852321" y="2227943"/>
            <a:ext cx="5033221" cy="37882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algn="just" defTabSz="914400" rtl="0" eaLnBrk="0" fontAlgn="base" latinLnBrk="0" hangingPunct="0">
              <a:lnSpc>
                <a:spcPct val="90000"/>
              </a:lnSpc>
              <a:spcBef>
                <a:spcPct val="0"/>
              </a:spcBef>
              <a:spcAft>
                <a:spcPts val="600"/>
              </a:spcAft>
              <a:buClrTx/>
              <a:buSzTx/>
              <a:buFontTx/>
              <a:buChar char="•"/>
              <a:tabLst/>
            </a:pPr>
            <a:r>
              <a:rPr kumimoji="0" lang="en-US" altLang="en-US" sz="1600" i="0" u="none" strike="noStrike" cap="none" normalizeH="0" baseline="0" dirty="0">
                <a:ln>
                  <a:noFill/>
                </a:ln>
                <a:effectLst/>
              </a:rPr>
              <a:t>Presentation Layer: Web-based interfaces for customers, counter staff, admin, and display clients; ensures intuitive interaction and accessibility across devices.</a:t>
            </a:r>
          </a:p>
          <a:p>
            <a:pPr marL="0" marR="0" lvl="0" indent="0" algn="just" defTabSz="914400" rtl="0" eaLnBrk="0" fontAlgn="base" latinLnBrk="0" hangingPunct="0">
              <a:lnSpc>
                <a:spcPct val="90000"/>
              </a:lnSpc>
              <a:spcBef>
                <a:spcPct val="0"/>
              </a:spcBef>
              <a:spcAft>
                <a:spcPts val="600"/>
              </a:spcAft>
              <a:buClrTx/>
              <a:buSzTx/>
              <a:buFontTx/>
              <a:buChar char="•"/>
              <a:tabLst/>
            </a:pPr>
            <a:r>
              <a:rPr kumimoji="0" lang="en-US" altLang="en-US" sz="1600" i="0" u="none" strike="noStrike" cap="none" normalizeH="0" baseline="0" dirty="0">
                <a:ln>
                  <a:noFill/>
                </a:ln>
                <a:effectLst/>
              </a:rPr>
              <a:t>Business Logic Layer: Handles core functionalities including queue management, automatic token assignment, progression of served tokens, and enforcement of system rules.</a:t>
            </a:r>
          </a:p>
          <a:p>
            <a:pPr marL="0" marR="0" lvl="0" indent="0" algn="just" defTabSz="914400" rtl="0" eaLnBrk="0" fontAlgn="base" latinLnBrk="0" hangingPunct="0">
              <a:lnSpc>
                <a:spcPct val="90000"/>
              </a:lnSpc>
              <a:spcBef>
                <a:spcPct val="0"/>
              </a:spcBef>
              <a:spcAft>
                <a:spcPts val="600"/>
              </a:spcAft>
              <a:buClrTx/>
              <a:buSzTx/>
              <a:buFontTx/>
              <a:buChar char="•"/>
              <a:tabLst/>
            </a:pPr>
            <a:r>
              <a:rPr kumimoji="0" lang="en-US" altLang="en-US" sz="1600" i="0" u="none" strike="noStrike" cap="none" normalizeH="0" baseline="0" dirty="0">
                <a:ln>
                  <a:noFill/>
                </a:ln>
                <a:effectLst/>
              </a:rPr>
              <a:t>Data Layer: Securely stores all queue, user, and transaction data using MySQL; supports reliable data retrieval and persistence for system operations.</a:t>
            </a:r>
          </a:p>
          <a:p>
            <a:pPr marL="0" marR="0" lvl="0" indent="0" algn="just" defTabSz="914400" rtl="0" eaLnBrk="0" fontAlgn="base" latinLnBrk="0" hangingPunct="0">
              <a:lnSpc>
                <a:spcPct val="90000"/>
              </a:lnSpc>
              <a:spcBef>
                <a:spcPct val="0"/>
              </a:spcBef>
              <a:spcAft>
                <a:spcPts val="600"/>
              </a:spcAft>
              <a:buClrTx/>
              <a:buSzTx/>
              <a:buFontTx/>
              <a:buChar char="•"/>
              <a:tabLst/>
            </a:pPr>
            <a:r>
              <a:rPr kumimoji="0" lang="en-US" altLang="en-US" sz="1600" i="0" u="none" strike="noStrike" cap="none" normalizeH="0" baseline="0" dirty="0">
                <a:ln>
                  <a:noFill/>
                </a:ln>
                <a:effectLst/>
              </a:rPr>
              <a:t>Integration Layer: Facilitates real-time communication between clients and server through </a:t>
            </a:r>
            <a:r>
              <a:rPr kumimoji="0" lang="en-US" altLang="en-US" sz="1600" i="0" u="none" strike="noStrike" cap="none" normalizeH="0" baseline="0" dirty="0" err="1">
                <a:ln>
                  <a:noFill/>
                </a:ln>
                <a:effectLst/>
              </a:rPr>
              <a:t>WebSockets</a:t>
            </a:r>
            <a:r>
              <a:rPr kumimoji="0" lang="en-US" altLang="en-US" sz="1600" i="0" u="none" strike="noStrike" cap="none" normalizeH="0" baseline="0" dirty="0">
                <a:ln>
                  <a:noFill/>
                </a:ln>
                <a:effectLst/>
              </a:rPr>
              <a:t> and APIs, ensuring instant updates and smooth synchronization across all system components.</a:t>
            </a:r>
          </a:p>
        </p:txBody>
      </p:sp>
      <p:sp>
        <p:nvSpPr>
          <p:cNvPr id="11"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Graphic 7" descr="Social Network">
            <a:extLst>
              <a:ext uri="{FF2B5EF4-FFF2-40B4-BE49-F238E27FC236}">
                <a16:creationId xmlns:a16="http://schemas.microsoft.com/office/drawing/2014/main" id="{8E91F3A3-80D5-80F2-F996-D5798122DC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Database Design</a:t>
            </a:r>
          </a:p>
        </p:txBody>
      </p:sp>
      <p:graphicFrame>
        <p:nvGraphicFramePr>
          <p:cNvPr id="8" name="Rectangle 1">
            <a:extLst>
              <a:ext uri="{FF2B5EF4-FFF2-40B4-BE49-F238E27FC236}">
                <a16:creationId xmlns:a16="http://schemas.microsoft.com/office/drawing/2014/main" id="{EDEE7605-7912-726B-94E9-BB9729F8719F}"/>
              </a:ext>
            </a:extLst>
          </p:cNvPr>
          <p:cNvGraphicFramePr>
            <a:graphicFrameLocks noGrp="1"/>
          </p:cNvGraphicFramePr>
          <p:nvPr>
            <p:ph idx="1"/>
            <p:extLst>
              <p:ext uri="{D42A27DB-BD31-4B8C-83A1-F6EECF244321}">
                <p14:modId xmlns:p14="http://schemas.microsoft.com/office/powerpoint/2010/main" val="3909895222"/>
              </p:ext>
            </p:extLst>
          </p:nvPr>
        </p:nvGraphicFramePr>
        <p:xfrm>
          <a:off x="457200" y="1610614"/>
          <a:ext cx="8293608" cy="28623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r>
              <a:rPr lang="en-IN" sz="3850"/>
              <a:t>System Workflow</a:t>
            </a:r>
          </a:p>
        </p:txBody>
      </p:sp>
      <p:sp>
        <p:nvSpPr>
          <p:cNvPr id="3" name="Content Placeholder 2"/>
          <p:cNvSpPr>
            <a:spLocks noGrp="1"/>
          </p:cNvSpPr>
          <p:nvPr>
            <p:ph idx="1"/>
          </p:nvPr>
        </p:nvSpPr>
        <p:spPr>
          <a:xfrm>
            <a:off x="852321" y="2227943"/>
            <a:ext cx="5033221" cy="3788227"/>
          </a:xfrm>
        </p:spPr>
        <p:txBody>
          <a:bodyPr anchor="ctr">
            <a:normAutofit/>
          </a:bodyPr>
          <a:lstStyle/>
          <a:p>
            <a:r>
              <a:rPr lang="en-US" sz="2100"/>
              <a:t>Customer joins the queue through the system</a:t>
            </a:r>
          </a:p>
          <a:p>
            <a:r>
              <a:rPr lang="en-US" sz="2100"/>
              <a:t>A unique token is automatically generated for the customer</a:t>
            </a:r>
          </a:p>
          <a:p>
            <a:r>
              <a:rPr lang="en-US" sz="2100"/>
              <a:t>The system assigns the customer to an available service counter</a:t>
            </a:r>
          </a:p>
          <a:p>
            <a:r>
              <a:rPr lang="en-US" sz="2100"/>
              <a:t>Counter staff serves the customer and marks the service as completed</a:t>
            </a:r>
          </a:p>
          <a:p>
            <a:pPr marL="0" indent="0">
              <a:buNone/>
            </a:pPr>
            <a:endParaRPr lang="en-US" sz="2100"/>
          </a:p>
        </p:txBody>
      </p:sp>
      <p:sp>
        <p:nvSpPr>
          <p:cNvPr id="22" name="Rectangle 21">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7" name="Graphic 16" descr="Call center">
            <a:extLst>
              <a:ext uri="{FF2B5EF4-FFF2-40B4-BE49-F238E27FC236}">
                <a16:creationId xmlns:a16="http://schemas.microsoft.com/office/drawing/2014/main" id="{8000572F-0231-2588-0BD7-7EBC8137E4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19797" y="586855"/>
            <a:ext cx="3172575" cy="3387497"/>
          </a:xfrm>
        </p:spPr>
        <p:txBody>
          <a:bodyPr anchor="b">
            <a:normAutofit/>
          </a:bodyPr>
          <a:lstStyle/>
          <a:p>
            <a:pPr algn="r"/>
            <a:r>
              <a:rPr lang="en-IN" sz="3500">
                <a:solidFill>
                  <a:srgbClr val="FFFFFF"/>
                </a:solidFill>
              </a:rPr>
              <a:t>Testing &amp; Validation</a:t>
            </a:r>
          </a:p>
        </p:txBody>
      </p:sp>
      <p:sp>
        <p:nvSpPr>
          <p:cNvPr id="3" name="Content Placeholder 2"/>
          <p:cNvSpPr>
            <a:spLocks noGrp="1"/>
          </p:cNvSpPr>
          <p:nvPr>
            <p:ph idx="1"/>
          </p:nvPr>
        </p:nvSpPr>
        <p:spPr>
          <a:xfrm>
            <a:off x="4877368" y="649480"/>
            <a:ext cx="3646835" cy="5546047"/>
          </a:xfrm>
        </p:spPr>
        <p:txBody>
          <a:bodyPr anchor="ctr">
            <a:normAutofit/>
          </a:bodyPr>
          <a:lstStyle/>
          <a:p>
            <a:pPr fontAlgn="base">
              <a:lnSpc>
                <a:spcPct val="90000"/>
              </a:lnSpc>
            </a:pPr>
            <a:r>
              <a:rPr lang="en-US" sz="1200" b="1"/>
              <a:t>Functional Testing</a:t>
            </a:r>
            <a:endParaRPr lang="en-US" sz="1200"/>
          </a:p>
          <a:p>
            <a:pPr marL="457200" lvl="1" indent="0" fontAlgn="base">
              <a:lnSpc>
                <a:spcPct val="90000"/>
              </a:lnSpc>
              <a:buNone/>
            </a:pPr>
            <a:r>
              <a:rPr lang="en-US" sz="1200"/>
              <a:t>Verified queue registration, token generation, counter assignment.</a:t>
            </a:r>
          </a:p>
          <a:p>
            <a:pPr marL="457200" lvl="1" indent="0" fontAlgn="base">
              <a:lnSpc>
                <a:spcPct val="90000"/>
              </a:lnSpc>
              <a:buNone/>
            </a:pPr>
            <a:r>
              <a:rPr lang="en-US" sz="1200"/>
              <a:t>Ensured correct status flow: </a:t>
            </a:r>
            <a:r>
              <a:rPr lang="en-US" sz="1200" i="1"/>
              <a:t>Waiting → Serving → Completed.</a:t>
            </a:r>
          </a:p>
          <a:p>
            <a:pPr marL="457200" lvl="1" indent="0" fontAlgn="base">
              <a:lnSpc>
                <a:spcPct val="90000"/>
              </a:lnSpc>
              <a:buNone/>
            </a:pPr>
            <a:r>
              <a:rPr lang="en-US" sz="1200"/>
              <a:t>Validated appointment date &amp; time inputs</a:t>
            </a:r>
          </a:p>
          <a:p>
            <a:pPr fontAlgn="base">
              <a:lnSpc>
                <a:spcPct val="90000"/>
              </a:lnSpc>
            </a:pPr>
            <a:r>
              <a:rPr lang="en-US" sz="1200" b="1"/>
              <a:t>Real-Time Update Testing</a:t>
            </a:r>
            <a:endParaRPr lang="en-US" sz="1200"/>
          </a:p>
          <a:p>
            <a:pPr marL="457200" lvl="1" indent="0" fontAlgn="base">
              <a:lnSpc>
                <a:spcPct val="90000"/>
              </a:lnSpc>
              <a:buNone/>
            </a:pPr>
            <a:r>
              <a:rPr lang="en-US" sz="1200"/>
              <a:t>Tested WebSocket-based live updates. Verified instant status changes across all dashboards. Ensured no page refresh required</a:t>
            </a:r>
          </a:p>
          <a:p>
            <a:pPr fontAlgn="base">
              <a:lnSpc>
                <a:spcPct val="90000"/>
              </a:lnSpc>
            </a:pPr>
            <a:r>
              <a:rPr lang="en-US" sz="1200" b="1"/>
              <a:t>Database Validation</a:t>
            </a:r>
            <a:endParaRPr lang="en-US" sz="1200"/>
          </a:p>
          <a:p>
            <a:pPr marL="457200" lvl="1" indent="0" fontAlgn="base">
              <a:lnSpc>
                <a:spcPct val="90000"/>
              </a:lnSpc>
              <a:buNone/>
            </a:pPr>
            <a:r>
              <a:rPr lang="en-US" sz="1200"/>
              <a:t>Confirmed accurate MySQL data storage. Verified data persistence and service history logging. Validated relational integrity and timestamps</a:t>
            </a:r>
          </a:p>
          <a:p>
            <a:pPr fontAlgn="base">
              <a:lnSpc>
                <a:spcPct val="90000"/>
              </a:lnSpc>
            </a:pPr>
            <a:r>
              <a:rPr lang="en-US" sz="1200" b="1"/>
              <a:t>Failure Handling &amp; Recovery</a:t>
            </a:r>
            <a:endParaRPr lang="en-US" sz="1200"/>
          </a:p>
          <a:p>
            <a:pPr marL="457200" lvl="1" indent="0" fontAlgn="base">
              <a:lnSpc>
                <a:spcPct val="90000"/>
              </a:lnSpc>
              <a:buNone/>
            </a:pPr>
            <a:r>
              <a:rPr lang="en-US" sz="1200"/>
              <a:t>Tested system behavior during server and network failures. Ensured graceful recovery without data loss. Displayed meaningful error messages</a:t>
            </a:r>
          </a:p>
          <a:p>
            <a:pPr fontAlgn="base">
              <a:lnSpc>
                <a:spcPct val="90000"/>
              </a:lnSpc>
            </a:pPr>
            <a:r>
              <a:rPr lang="en-US" sz="1200" b="1"/>
              <a:t>Performance &amp; Security Testing</a:t>
            </a:r>
            <a:endParaRPr lang="en-US" sz="1200"/>
          </a:p>
          <a:p>
            <a:pPr marL="457200" lvl="1" indent="0" fontAlgn="base">
              <a:lnSpc>
                <a:spcPct val="90000"/>
              </a:lnSpc>
              <a:buNone/>
            </a:pPr>
            <a:r>
              <a:rPr lang="en-US" sz="1200"/>
              <a:t>Tested response time under concurrent users. Ensured system stability under load. Validated input sanitization and role-based access control</a:t>
            </a:r>
          </a:p>
          <a:p>
            <a:pPr fontAlgn="base">
              <a:lnSpc>
                <a:spcPct val="90000"/>
              </a:lnSpc>
            </a:pPr>
            <a:r>
              <a:rPr lang="en-US" sz="1200" b="1"/>
              <a:t>User Acceptance Testing (UAT)</a:t>
            </a:r>
            <a:endParaRPr lang="en-US" sz="1200"/>
          </a:p>
          <a:p>
            <a:pPr marL="457200" lvl="1" indent="0" fontAlgn="base">
              <a:lnSpc>
                <a:spcPct val="90000"/>
              </a:lnSpc>
              <a:buNone/>
            </a:pPr>
            <a:r>
              <a:rPr lang="en-US" sz="1200"/>
              <a:t>Conducted testing with real users. Collected feedback and resolved issues. Final approval obtained before deployment</a:t>
            </a:r>
          </a:p>
          <a:p>
            <a:pPr marL="0" indent="0">
              <a:lnSpc>
                <a:spcPct val="90000"/>
              </a:lnSpc>
              <a:buNone/>
            </a:pPr>
            <a:endParaRPr 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Future Enhancements</a:t>
            </a:r>
          </a:p>
        </p:txBody>
      </p:sp>
      <p:graphicFrame>
        <p:nvGraphicFramePr>
          <p:cNvPr id="6" name="Rectangle 1">
            <a:extLst>
              <a:ext uri="{FF2B5EF4-FFF2-40B4-BE49-F238E27FC236}">
                <a16:creationId xmlns:a16="http://schemas.microsoft.com/office/drawing/2014/main" id="{E29FCEF9-ECA9-7349-B6ED-0BF921C83735}"/>
              </a:ext>
            </a:extLst>
          </p:cNvPr>
          <p:cNvGraphicFramePr>
            <a:graphicFrameLocks noGrp="1"/>
          </p:cNvGraphicFramePr>
          <p:nvPr>
            <p:ph idx="1"/>
            <p:extLst>
              <p:ext uri="{D42A27DB-BD31-4B8C-83A1-F6EECF244321}">
                <p14:modId xmlns:p14="http://schemas.microsoft.com/office/powerpoint/2010/main" val="485390773"/>
              </p:ext>
            </p:extLst>
          </p:nvPr>
        </p:nvGraphicFramePr>
        <p:xfrm>
          <a:off x="457201" y="2394408"/>
          <a:ext cx="8229599" cy="2158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r>
              <a:rPr lang="en-IN" sz="3850"/>
              <a:t>Conclusion</a:t>
            </a:r>
          </a:p>
        </p:txBody>
      </p:sp>
      <p:sp>
        <p:nvSpPr>
          <p:cNvPr id="4" name="Rectangle 1">
            <a:extLst>
              <a:ext uri="{FF2B5EF4-FFF2-40B4-BE49-F238E27FC236}">
                <a16:creationId xmlns:a16="http://schemas.microsoft.com/office/drawing/2014/main" id="{F31D4E5F-8AAC-3E58-7978-2F4BAC9E4286}"/>
              </a:ext>
            </a:extLst>
          </p:cNvPr>
          <p:cNvSpPr>
            <a:spLocks noGrp="1" noChangeArrowheads="1"/>
          </p:cNvSpPr>
          <p:nvPr>
            <p:ph idx="1"/>
          </p:nvPr>
        </p:nvSpPr>
        <p:spPr bwMode="auto">
          <a:xfrm>
            <a:off x="852321" y="2227943"/>
            <a:ext cx="5033221" cy="37882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lnSpc>
                <a:spcPct val="90000"/>
              </a:lnSpc>
              <a:spcBef>
                <a:spcPct val="0"/>
              </a:spcBef>
              <a:spcAft>
                <a:spcPts val="600"/>
              </a:spcAft>
              <a:buClrTx/>
              <a:buSzTx/>
              <a:buFontTx/>
              <a:buNone/>
              <a:tabLst/>
            </a:pPr>
            <a:r>
              <a:rPr kumimoji="0" lang="en-US" altLang="en-US" sz="1600" b="0" i="0" u="none" strike="noStrike" cap="none" normalizeH="0" baseline="0">
                <a:ln>
                  <a:noFill/>
                </a:ln>
                <a:effectLst/>
              </a:rPr>
              <a:t>The Real-Time Queue &amp; Appointment Optimizer provides an efficient and automated solution to overcome the limitations of traditional manual queue systems. By enabling real-time updates, automatic token management, and reliable database storage, the system significantly reduces waiting time and improves service transparency. The web-based architecture ensures scalability, reliability, and ease of access for users across different service environments such as hospitals, banks, and government offices. Overall, this project demonstrates the practical application of software engineering principles and real-time system design while offering a flexible foundation for future enhancements.</a:t>
            </a:r>
          </a:p>
        </p:txBody>
      </p:sp>
      <p:sp>
        <p:nvSpPr>
          <p:cNvPr id="21" name="Rectangle 2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Oval 2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8" name="Graphic 17" descr="Stopwatch">
            <a:extLst>
              <a:ext uri="{FF2B5EF4-FFF2-40B4-BE49-F238E27FC236}">
                <a16:creationId xmlns:a16="http://schemas.microsoft.com/office/drawing/2014/main" id="{8FE0FE5F-1458-B728-95FA-20F9766313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TotalTime>
  <Words>956</Words>
  <Application>Microsoft Office PowerPoint</Application>
  <PresentationFormat>On-screen Show (4:3)</PresentationFormat>
  <Paragraphs>86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Artifakt Element Medium</vt:lpstr>
      <vt:lpstr>Calibri</vt:lpstr>
      <vt:lpstr>Office Theme</vt:lpstr>
      <vt:lpstr>QUEUE &amp; APPOINTMENT OPTIMIZER</vt:lpstr>
      <vt:lpstr>INTRODUCTION</vt:lpstr>
      <vt:lpstr>PROBLEM STATEMENT</vt:lpstr>
      <vt:lpstr>Objectives</vt:lpstr>
      <vt:lpstr>System Overview</vt:lpstr>
      <vt:lpstr>User Roles</vt:lpstr>
      <vt:lpstr>Functional Requirements</vt:lpstr>
      <vt:lpstr>Non-Functional Requirements</vt:lpstr>
      <vt:lpstr>System Architecture</vt:lpstr>
      <vt:lpstr>Database Design</vt:lpstr>
      <vt:lpstr>System Workflow</vt:lpstr>
      <vt:lpstr>Testing &amp; Validation</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AUTBLT509</cp:lastModifiedBy>
  <cp:revision>6</cp:revision>
  <dcterms:created xsi:type="dcterms:W3CDTF">2013-01-27T09:14:16Z</dcterms:created>
  <dcterms:modified xsi:type="dcterms:W3CDTF">2026-01-22T06:20:27Z</dcterms:modified>
  <cp:category/>
</cp:coreProperties>
</file>